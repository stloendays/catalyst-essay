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3757295" cy="197294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atch_2"/>
          <p:cNvSpPr/>
          <p:nvPr/>
        </p:nvSpPr>
        <p:spPr>
          <a:xfrm>
            <a:off x="128100" y="1270326"/>
            <a:ext cx="314061" cy="0"/>
          </a:xfrm>
          <a:custGeom>
            <a:avLst/>
            <a:gdLst/>
            <a:ahLst/>
            <a:cxnLst/>
            <a:rect l="l" t="t" r="r" b="b"/>
            <a:pathLst>
              <a:path w="314061">
                <a:moveTo>
                  <a:pt x="0" y="0"/>
                </a:moveTo>
                <a:lnTo>
                  <a:pt x="32301" y="0"/>
                </a:lnTo>
                <a:lnTo>
                  <a:pt x="64402" y="0"/>
                </a:lnTo>
                <a:lnTo>
                  <a:pt x="96305" y="0"/>
                </a:lnTo>
                <a:lnTo>
                  <a:pt x="128010" y="0"/>
                </a:lnTo>
                <a:lnTo>
                  <a:pt x="159515" y="0"/>
                </a:lnTo>
                <a:lnTo>
                  <a:pt x="190822" y="0"/>
                </a:lnTo>
                <a:lnTo>
                  <a:pt x="221930" y="0"/>
                </a:lnTo>
                <a:lnTo>
                  <a:pt x="252839" y="0"/>
                </a:lnTo>
                <a:lnTo>
                  <a:pt x="283549" y="0"/>
                </a:lnTo>
                <a:lnTo>
                  <a:pt x="3140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tch_2"/>
          <p:cNvSpPr/>
          <p:nvPr/>
        </p:nvSpPr>
        <p:spPr>
          <a:xfrm>
            <a:off x="414221" y="1256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tch_3"/>
          <p:cNvSpPr/>
          <p:nvPr/>
        </p:nvSpPr>
        <p:spPr>
          <a:xfrm>
            <a:off x="704100" y="1270326"/>
            <a:ext cx="180861" cy="0"/>
          </a:xfrm>
          <a:custGeom>
            <a:avLst/>
            <a:gdLst/>
            <a:ahLst/>
            <a:cxnLst/>
            <a:rect l="l" t="t" r="r" b="b"/>
            <a:pathLst>
              <a:path w="180861">
                <a:moveTo>
                  <a:pt x="0" y="0"/>
                </a:moveTo>
                <a:lnTo>
                  <a:pt x="18981" y="0"/>
                </a:lnTo>
                <a:lnTo>
                  <a:pt x="37762" y="0"/>
                </a:lnTo>
                <a:lnTo>
                  <a:pt x="56345" y="0"/>
                </a:lnTo>
                <a:lnTo>
                  <a:pt x="74730" y="0"/>
                </a:lnTo>
                <a:lnTo>
                  <a:pt x="92915" y="0"/>
                </a:lnTo>
                <a:lnTo>
                  <a:pt x="110902" y="0"/>
                </a:lnTo>
                <a:lnTo>
                  <a:pt x="128690" y="0"/>
                </a:lnTo>
                <a:lnTo>
                  <a:pt x="146279" y="0"/>
                </a:lnTo>
                <a:lnTo>
                  <a:pt x="163669" y="0"/>
                </a:lnTo>
                <a:lnTo>
                  <a:pt x="1808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tch_3"/>
          <p:cNvSpPr/>
          <p:nvPr/>
        </p:nvSpPr>
        <p:spPr>
          <a:xfrm>
            <a:off x="857021" y="1256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tch_4"/>
          <p:cNvSpPr/>
          <p:nvPr/>
        </p:nvSpPr>
        <p:spPr>
          <a:xfrm>
            <a:off x="902100" y="1270326"/>
            <a:ext cx="206061" cy="0"/>
          </a:xfrm>
          <a:custGeom>
            <a:avLst/>
            <a:gdLst/>
            <a:ahLst/>
            <a:cxnLst/>
            <a:rect l="l" t="t" r="r" b="b"/>
            <a:pathLst>
              <a:path w="206061">
                <a:moveTo>
                  <a:pt x="0" y="0"/>
                </a:moveTo>
                <a:lnTo>
                  <a:pt x="21501" y="0"/>
                </a:lnTo>
                <a:lnTo>
                  <a:pt x="42802" y="0"/>
                </a:lnTo>
                <a:lnTo>
                  <a:pt x="63905" y="0"/>
                </a:lnTo>
                <a:lnTo>
                  <a:pt x="84810" y="0"/>
                </a:lnTo>
                <a:lnTo>
                  <a:pt x="105515" y="0"/>
                </a:lnTo>
                <a:lnTo>
                  <a:pt x="126022" y="0"/>
                </a:lnTo>
                <a:lnTo>
                  <a:pt x="146330" y="0"/>
                </a:lnTo>
                <a:lnTo>
                  <a:pt x="166439" y="0"/>
                </a:lnTo>
                <a:lnTo>
                  <a:pt x="186349" y="0"/>
                </a:lnTo>
                <a:lnTo>
                  <a:pt x="2060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tch_4"/>
          <p:cNvSpPr/>
          <p:nvPr/>
        </p:nvSpPr>
        <p:spPr>
          <a:xfrm>
            <a:off x="1080221" y="1256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tch_5"/>
          <p:cNvSpPr/>
          <p:nvPr/>
        </p:nvSpPr>
        <p:spPr>
          <a:xfrm>
            <a:off x="1442100" y="1270326"/>
            <a:ext cx="332061" cy="0"/>
          </a:xfrm>
          <a:custGeom>
            <a:avLst/>
            <a:gdLst/>
            <a:ahLst/>
            <a:cxnLst/>
            <a:rect l="l" t="t" r="r" b="b"/>
            <a:pathLst>
              <a:path w="332061">
                <a:moveTo>
                  <a:pt x="0" y="0"/>
                </a:moveTo>
                <a:lnTo>
                  <a:pt x="34101" y="0"/>
                </a:lnTo>
                <a:lnTo>
                  <a:pt x="68002" y="0"/>
                </a:lnTo>
                <a:lnTo>
                  <a:pt x="101705" y="0"/>
                </a:lnTo>
                <a:lnTo>
                  <a:pt x="135210" y="0"/>
                </a:lnTo>
                <a:lnTo>
                  <a:pt x="168515" y="0"/>
                </a:lnTo>
                <a:lnTo>
                  <a:pt x="201622" y="0"/>
                </a:lnTo>
                <a:lnTo>
                  <a:pt x="234530" y="0"/>
                </a:lnTo>
                <a:lnTo>
                  <a:pt x="267239" y="0"/>
                </a:lnTo>
                <a:lnTo>
                  <a:pt x="299749" y="0"/>
                </a:lnTo>
                <a:lnTo>
                  <a:pt x="3320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tch_5"/>
          <p:cNvSpPr/>
          <p:nvPr/>
        </p:nvSpPr>
        <p:spPr>
          <a:xfrm>
            <a:off x="1746221" y="1256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2d_1"/>
          <p:cNvSpPr/>
          <p:nvPr/>
        </p:nvSpPr>
        <p:spPr>
          <a:xfrm>
            <a:off x="1910100" y="1522326"/>
            <a:ext cx="493200" cy="216000"/>
          </a:xfrm>
          <a:custGeom>
            <a:avLst/>
            <a:gdLst/>
            <a:ahLst/>
            <a:cxnLst/>
            <a:rect l="l" t="t" r="r" b="b"/>
            <a:pathLst>
              <a:path w="493200" h="216000">
                <a:moveTo>
                  <a:pt x="0" y="0"/>
                </a:moveTo>
                <a:lnTo>
                  <a:pt x="0" y="216000"/>
                </a:lnTo>
                <a:lnTo>
                  <a:pt x="493200" y="21600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tch_6"/>
          <p:cNvSpPr/>
          <p:nvPr/>
        </p:nvSpPr>
        <p:spPr>
          <a:xfrm>
            <a:off x="2568900" y="1432326"/>
            <a:ext cx="159261" cy="0"/>
          </a:xfrm>
          <a:custGeom>
            <a:avLst/>
            <a:gdLst/>
            <a:ahLst/>
            <a:cxnLst/>
            <a:rect l="l" t="t" r="r" b="b"/>
            <a:pathLst>
              <a:path w="159261">
                <a:moveTo>
                  <a:pt x="0" y="0"/>
                </a:moveTo>
                <a:lnTo>
                  <a:pt x="16821" y="0"/>
                </a:lnTo>
                <a:lnTo>
                  <a:pt x="33442" y="0"/>
                </a:lnTo>
                <a:lnTo>
                  <a:pt x="49865" y="0"/>
                </a:lnTo>
                <a:lnTo>
                  <a:pt x="66090" y="0"/>
                </a:lnTo>
                <a:lnTo>
                  <a:pt x="82115" y="0"/>
                </a:lnTo>
                <a:lnTo>
                  <a:pt x="97942" y="0"/>
                </a:lnTo>
                <a:lnTo>
                  <a:pt x="113570" y="0"/>
                </a:lnTo>
                <a:lnTo>
                  <a:pt x="128999" y="0"/>
                </a:lnTo>
                <a:lnTo>
                  <a:pt x="144229" y="0"/>
                </a:lnTo>
                <a:lnTo>
                  <a:pt x="1592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ch_6"/>
          <p:cNvSpPr/>
          <p:nvPr/>
        </p:nvSpPr>
        <p:spPr>
          <a:xfrm>
            <a:off x="2700221" y="1418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tch_7"/>
          <p:cNvSpPr/>
          <p:nvPr/>
        </p:nvSpPr>
        <p:spPr>
          <a:xfrm>
            <a:off x="2568900" y="1846326"/>
            <a:ext cx="159261" cy="0"/>
          </a:xfrm>
          <a:custGeom>
            <a:avLst/>
            <a:gdLst/>
            <a:ahLst/>
            <a:cxnLst/>
            <a:rect l="l" t="t" r="r" b="b"/>
            <a:pathLst>
              <a:path w="159261">
                <a:moveTo>
                  <a:pt x="0" y="0"/>
                </a:moveTo>
                <a:lnTo>
                  <a:pt x="16821" y="0"/>
                </a:lnTo>
                <a:lnTo>
                  <a:pt x="33442" y="0"/>
                </a:lnTo>
                <a:lnTo>
                  <a:pt x="49865" y="0"/>
                </a:lnTo>
                <a:lnTo>
                  <a:pt x="66090" y="0"/>
                </a:lnTo>
                <a:lnTo>
                  <a:pt x="82115" y="0"/>
                </a:lnTo>
                <a:lnTo>
                  <a:pt x="97942" y="0"/>
                </a:lnTo>
                <a:lnTo>
                  <a:pt x="113570" y="0"/>
                </a:lnTo>
                <a:lnTo>
                  <a:pt x="128999" y="0"/>
                </a:lnTo>
                <a:lnTo>
                  <a:pt x="144229" y="0"/>
                </a:lnTo>
                <a:lnTo>
                  <a:pt x="159261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tch_7"/>
          <p:cNvSpPr/>
          <p:nvPr/>
        </p:nvSpPr>
        <p:spPr>
          <a:xfrm>
            <a:off x="2700221" y="1832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ne2d_2"/>
          <p:cNvSpPr/>
          <p:nvPr/>
        </p:nvSpPr>
        <p:spPr>
          <a:xfrm>
            <a:off x="1910100" y="802326"/>
            <a:ext cx="360000" cy="216000"/>
          </a:xfrm>
          <a:custGeom>
            <a:avLst/>
            <a:gdLst/>
            <a:ahLst/>
            <a:cxnLst/>
            <a:rect l="l" t="t" r="r" b="b"/>
            <a:pathLst>
              <a:path w="360000" h="216000">
                <a:moveTo>
                  <a:pt x="0" y="216000"/>
                </a:moveTo>
                <a:lnTo>
                  <a:pt x="0" y="0"/>
                </a:lnTo>
                <a:lnTo>
                  <a:pt x="360000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tch_8"/>
          <p:cNvSpPr/>
          <p:nvPr/>
        </p:nvSpPr>
        <p:spPr>
          <a:xfrm>
            <a:off x="2270100" y="802326"/>
            <a:ext cx="386061" cy="0"/>
          </a:xfrm>
          <a:custGeom>
            <a:avLst/>
            <a:gdLst/>
            <a:ahLst/>
            <a:cxnLst/>
            <a:rect l="l" t="t" r="r" b="b"/>
            <a:pathLst>
              <a:path w="386061">
                <a:moveTo>
                  <a:pt x="0" y="0"/>
                </a:moveTo>
                <a:lnTo>
                  <a:pt x="39501" y="0"/>
                </a:lnTo>
                <a:lnTo>
                  <a:pt x="78802" y="0"/>
                </a:lnTo>
                <a:lnTo>
                  <a:pt x="117905" y="0"/>
                </a:lnTo>
                <a:lnTo>
                  <a:pt x="156810" y="0"/>
                </a:lnTo>
                <a:lnTo>
                  <a:pt x="195515" y="0"/>
                </a:lnTo>
                <a:lnTo>
                  <a:pt x="234022" y="0"/>
                </a:lnTo>
                <a:lnTo>
                  <a:pt x="272330" y="0"/>
                </a:lnTo>
                <a:lnTo>
                  <a:pt x="310439" y="0"/>
                </a:lnTo>
                <a:lnTo>
                  <a:pt x="348349" y="0"/>
                </a:lnTo>
                <a:lnTo>
                  <a:pt x="386061" y="0"/>
                </a:lnTo>
              </a:path>
            </a:pathLst>
          </a:custGeom>
          <a:noFill/>
          <a:ln w="8890">
            <a:solidFill>
              <a:srgbClr val="D9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tch_8"/>
          <p:cNvSpPr/>
          <p:nvPr/>
        </p:nvSpPr>
        <p:spPr>
          <a:xfrm>
            <a:off x="2628221" y="788356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0" y="0"/>
                </a:moveTo>
                <a:lnTo>
                  <a:pt x="27940" y="13970"/>
                </a:lnTo>
                <a:lnTo>
                  <a:pt x="0" y="27940"/>
                </a:lnTo>
                <a:close/>
              </a:path>
            </a:pathLst>
          </a:custGeom>
          <a:solidFill>
            <a:srgbClr val="D9474F"/>
          </a:solidFill>
          <a:ln w="8890">
            <a:solidFill>
              <a:srgbClr val="D9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ine2d_3"/>
          <p:cNvSpPr/>
          <p:nvPr/>
        </p:nvSpPr>
        <p:spPr>
          <a:xfrm>
            <a:off x="1748100" y="514326"/>
            <a:ext cx="522000" cy="288000"/>
          </a:xfrm>
          <a:custGeom>
            <a:avLst/>
            <a:gdLst/>
            <a:ahLst/>
            <a:cxnLst/>
            <a:rect l="l" t="t" r="r" b="b"/>
            <a:pathLst>
              <a:path w="522000" h="288000">
                <a:moveTo>
                  <a:pt x="522000" y="288000"/>
                </a:moveTo>
                <a:lnTo>
                  <a:pt x="522000" y="0"/>
                </a:lnTo>
                <a:lnTo>
                  <a:pt x="0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ne2d_4"/>
          <p:cNvSpPr/>
          <p:nvPr/>
        </p:nvSpPr>
        <p:spPr>
          <a:xfrm>
            <a:off x="902100" y="514326"/>
            <a:ext cx="594000" cy="0"/>
          </a:xfrm>
          <a:custGeom>
            <a:avLst/>
            <a:gdLst/>
            <a:ahLst/>
            <a:cxnLst/>
            <a:rect l="l" t="t" r="r" b="b"/>
            <a:pathLst>
              <a:path w="594000">
                <a:moveTo>
                  <a:pt x="594000" y="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tch_9"/>
          <p:cNvSpPr/>
          <p:nvPr/>
        </p:nvSpPr>
        <p:spPr>
          <a:xfrm>
            <a:off x="902100" y="514326"/>
            <a:ext cx="0" cy="713661"/>
          </a:xfrm>
          <a:custGeom>
            <a:avLst/>
            <a:gdLst/>
            <a:ahLst/>
            <a:cxnLst/>
            <a:rect l="l" t="t" r="r" b="b"/>
            <a:pathLst>
              <a:path h="713661">
                <a:moveTo>
                  <a:pt x="0" y="0"/>
                </a:moveTo>
                <a:lnTo>
                  <a:pt x="0" y="72261"/>
                </a:lnTo>
                <a:lnTo>
                  <a:pt x="0" y="144323"/>
                </a:lnTo>
                <a:lnTo>
                  <a:pt x="0" y="216186"/>
                </a:lnTo>
                <a:lnTo>
                  <a:pt x="0" y="287850"/>
                </a:lnTo>
                <a:lnTo>
                  <a:pt x="0" y="359316"/>
                </a:lnTo>
                <a:lnTo>
                  <a:pt x="0" y="430582"/>
                </a:lnTo>
                <a:lnTo>
                  <a:pt x="0" y="501650"/>
                </a:lnTo>
                <a:lnTo>
                  <a:pt x="0" y="572519"/>
                </a:lnTo>
                <a:lnTo>
                  <a:pt x="0" y="643190"/>
                </a:lnTo>
                <a:lnTo>
                  <a:pt x="0" y="713661"/>
                </a:lnTo>
              </a:path>
            </a:pathLst>
          </a:custGeom>
          <a:noFill/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tch_9"/>
          <p:cNvSpPr/>
          <p:nvPr/>
        </p:nvSpPr>
        <p:spPr>
          <a:xfrm>
            <a:off x="888130" y="1200047"/>
            <a:ext cx="27940" cy="27940"/>
          </a:xfrm>
          <a:custGeom>
            <a:avLst/>
            <a:gdLst/>
            <a:ahLst/>
            <a:cxnLst/>
            <a:rect l="l" t="t" r="r" b="b"/>
            <a:pathLst>
              <a:path w="27940" h="27940">
                <a:moveTo>
                  <a:pt x="27940" y="0"/>
                </a:moveTo>
                <a:lnTo>
                  <a:pt x="13970" y="27940"/>
                </a:lnTo>
                <a:lnTo>
                  <a:pt x="0" y="0"/>
                </a:lnTo>
                <a:close/>
              </a:path>
            </a:pathLst>
          </a:custGeom>
          <a:solidFill>
            <a:srgbClr val="1B1B1B"/>
          </a:solidFill>
          <a:ln w="889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CO2-to-methanol loop"/>
          <p:cNvSpPr txBox="1"/>
          <p:nvPr/>
        </p:nvSpPr>
        <p:spPr>
          <a:xfrm>
            <a:off x="153984" y="56579"/>
            <a:ext cx="967968" cy="1066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C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490" b="1" i="0" baseline="-16000">
                <a:solidFill>
                  <a:srgbClr val="1B1B1B"/>
                </a:solidFill>
                <a:latin typeface="Arial" panose="020B0604020202020204"/>
              </a:rPr>
              <a:t>2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-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t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-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m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e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t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a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n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l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 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l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700" b="1" i="0">
                <a:solidFill>
                  <a:srgbClr val="1B1B1B"/>
                </a:solidFill>
                <a:latin typeface="Arial" panose="020B0604020202020204"/>
              </a:rPr>
              <a:t>p</a:t>
            </a:r>
            <a:endParaRPr sz="70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23" name="text: CO2 + H2"/>
          <p:cNvSpPr txBox="1"/>
          <p:nvPr/>
        </p:nvSpPr>
        <p:spPr>
          <a:xfrm>
            <a:off x="115660" y="1113440"/>
            <a:ext cx="329361" cy="883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C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405" b="0" i="0" baseline="-16000">
                <a:solidFill>
                  <a:srgbClr val="1B1B1B"/>
                </a:solidFill>
                <a:latin typeface="Arial" panose="020B0604020202020204"/>
              </a:rPr>
              <a:t>2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 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+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 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405" b="0" i="0" baseline="-16000">
                <a:solidFill>
                  <a:srgbClr val="1B1B1B"/>
                </a:solidFill>
                <a:latin typeface="Arial" panose="020B0604020202020204"/>
              </a:rPr>
              <a:t>2</a:t>
            </a:r>
            <a:endParaRPr sz="405" b="0" i="0" baseline="-1600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24" name="patch_10"/>
          <p:cNvSpPr/>
          <p:nvPr/>
        </p:nvSpPr>
        <p:spPr>
          <a:xfrm>
            <a:off x="452100" y="1119126"/>
            <a:ext cx="252000" cy="302400"/>
          </a:xfrm>
          <a:custGeom>
            <a:avLst/>
            <a:gdLst/>
            <a:ahLst/>
            <a:cxnLst/>
            <a:rect l="l" t="t" r="r" b="b"/>
            <a:pathLst>
              <a:path w="252000" h="302400">
                <a:moveTo>
                  <a:pt x="0" y="302400"/>
                </a:moveTo>
                <a:lnTo>
                  <a:pt x="0" y="0"/>
                </a:lnTo>
                <a:lnTo>
                  <a:pt x="252000" y="72000"/>
                </a:lnTo>
                <a:lnTo>
                  <a:pt x="252000" y="23040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Feed"/>
          <p:cNvSpPr txBox="1"/>
          <p:nvPr/>
        </p:nvSpPr>
        <p:spPr>
          <a:xfrm>
            <a:off x="476199" y="1474380"/>
            <a:ext cx="203555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Feed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26" name="text: compressor"/>
          <p:cNvSpPr txBox="1"/>
          <p:nvPr/>
        </p:nvSpPr>
        <p:spPr>
          <a:xfrm>
            <a:off x="337364" y="1537361"/>
            <a:ext cx="481584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compressor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27" name="text: feed gas,"/>
          <p:cNvSpPr txBox="1"/>
          <p:nvPr/>
        </p:nvSpPr>
        <p:spPr>
          <a:xfrm>
            <a:off x="422337" y="1668695"/>
            <a:ext cx="310870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feed gas,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28" name="text: electricity"/>
          <p:cNvSpPr txBox="1"/>
          <p:nvPr/>
        </p:nvSpPr>
        <p:spPr>
          <a:xfrm>
            <a:off x="420388" y="1741688"/>
            <a:ext cx="315163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electricity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29" name="patch_11"/>
          <p:cNvSpPr/>
          <p:nvPr/>
        </p:nvSpPr>
        <p:spPr>
          <a:xfrm>
            <a:off x="1118100" y="874326"/>
            <a:ext cx="324000" cy="792000"/>
          </a:xfrm>
          <a:custGeom>
            <a:avLst/>
            <a:gdLst/>
            <a:ahLst/>
            <a:cxnLst/>
            <a:rect l="l" t="t" r="r" b="b"/>
            <a:pathLst>
              <a:path w="324000" h="792000">
                <a:moveTo>
                  <a:pt x="115200" y="792000"/>
                </a:moveTo>
                <a:lnTo>
                  <a:pt x="208800" y="792000"/>
                </a:lnTo>
                <a:lnTo>
                  <a:pt x="230688" y="790848"/>
                </a:lnTo>
                <a:lnTo>
                  <a:pt x="250272" y="787392"/>
                </a:lnTo>
                <a:lnTo>
                  <a:pt x="267552" y="781632"/>
                </a:lnTo>
                <a:lnTo>
                  <a:pt x="282528" y="773568"/>
                </a:lnTo>
                <a:lnTo>
                  <a:pt x="295200" y="763200"/>
                </a:lnTo>
                <a:lnTo>
                  <a:pt x="305568" y="750528"/>
                </a:lnTo>
                <a:lnTo>
                  <a:pt x="313632" y="735552"/>
                </a:lnTo>
                <a:lnTo>
                  <a:pt x="319392" y="718272"/>
                </a:lnTo>
                <a:lnTo>
                  <a:pt x="322848" y="698688"/>
                </a:lnTo>
                <a:lnTo>
                  <a:pt x="324000" y="676800"/>
                </a:lnTo>
                <a:lnTo>
                  <a:pt x="324000" y="115200"/>
                </a:lnTo>
                <a:lnTo>
                  <a:pt x="322848" y="93312"/>
                </a:lnTo>
                <a:lnTo>
                  <a:pt x="319392" y="73728"/>
                </a:lnTo>
                <a:lnTo>
                  <a:pt x="313632" y="56448"/>
                </a:lnTo>
                <a:lnTo>
                  <a:pt x="305568" y="41472"/>
                </a:lnTo>
                <a:lnTo>
                  <a:pt x="295200" y="28800"/>
                </a:lnTo>
                <a:lnTo>
                  <a:pt x="282528" y="18432"/>
                </a:lnTo>
                <a:lnTo>
                  <a:pt x="267552" y="10368"/>
                </a:lnTo>
                <a:lnTo>
                  <a:pt x="250272" y="4608"/>
                </a:lnTo>
                <a:lnTo>
                  <a:pt x="230688" y="1152"/>
                </a:lnTo>
                <a:lnTo>
                  <a:pt x="208800" y="0"/>
                </a:lnTo>
                <a:lnTo>
                  <a:pt x="115200" y="0"/>
                </a:lnTo>
                <a:lnTo>
                  <a:pt x="93312" y="1152"/>
                </a:lnTo>
                <a:lnTo>
                  <a:pt x="73728" y="4608"/>
                </a:lnTo>
                <a:lnTo>
                  <a:pt x="56448" y="10368"/>
                </a:lnTo>
                <a:lnTo>
                  <a:pt x="41472" y="18432"/>
                </a:lnTo>
                <a:lnTo>
                  <a:pt x="28800" y="28800"/>
                </a:lnTo>
                <a:lnTo>
                  <a:pt x="18432" y="41472"/>
                </a:lnTo>
                <a:lnTo>
                  <a:pt x="10368" y="56448"/>
                </a:lnTo>
                <a:lnTo>
                  <a:pt x="4608" y="73728"/>
                </a:lnTo>
                <a:lnTo>
                  <a:pt x="1152" y="93312"/>
                </a:lnTo>
                <a:lnTo>
                  <a:pt x="0" y="115200"/>
                </a:lnTo>
                <a:lnTo>
                  <a:pt x="0" y="676800"/>
                </a:lnTo>
                <a:lnTo>
                  <a:pt x="1152" y="698688"/>
                </a:lnTo>
                <a:lnTo>
                  <a:pt x="4608" y="718272"/>
                </a:lnTo>
                <a:lnTo>
                  <a:pt x="10368" y="735552"/>
                </a:lnTo>
                <a:lnTo>
                  <a:pt x="18432" y="750528"/>
                </a:lnTo>
                <a:lnTo>
                  <a:pt x="28800" y="763200"/>
                </a:lnTo>
                <a:lnTo>
                  <a:pt x="41472" y="773568"/>
                </a:lnTo>
                <a:lnTo>
                  <a:pt x="56448" y="781632"/>
                </a:lnTo>
                <a:lnTo>
                  <a:pt x="73728" y="787392"/>
                </a:lnTo>
                <a:lnTo>
                  <a:pt x="93312" y="790848"/>
                </a:lnTo>
                <a:lnTo>
                  <a:pt x="115200" y="79200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Reactor"/>
          <p:cNvSpPr txBox="1"/>
          <p:nvPr/>
        </p:nvSpPr>
        <p:spPr>
          <a:xfrm>
            <a:off x="1121197" y="1708380"/>
            <a:ext cx="317804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Reactor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1" name="text: Re/TiO2"/>
          <p:cNvSpPr txBox="1"/>
          <p:nvPr/>
        </p:nvSpPr>
        <p:spPr>
          <a:xfrm>
            <a:off x="1144451" y="1814528"/>
            <a:ext cx="270916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R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e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/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T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i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O</a:t>
            </a:r>
            <a:r>
              <a:rPr sz="385" b="0" i="0" baseline="-16000">
                <a:solidFill>
                  <a:srgbClr val="5F646C"/>
                </a:solidFill>
                <a:latin typeface="Arial" panose="020B0604020202020204"/>
              </a:rPr>
              <a:t>2</a:t>
            </a:r>
            <a:endParaRPr sz="385" b="0" i="0" baseline="-1600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32" name="text: CH3OH"/>
          <p:cNvSpPr txBox="1"/>
          <p:nvPr/>
        </p:nvSpPr>
        <p:spPr>
          <a:xfrm>
            <a:off x="1467089" y="1044224"/>
            <a:ext cx="255066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C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385" b="0" i="0" baseline="-16000">
                <a:solidFill>
                  <a:srgbClr val="1B1B1B"/>
                </a:solidFill>
                <a:latin typeface="Arial" panose="020B0604020202020204"/>
              </a:rPr>
              <a:t>3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H</a:t>
            </a:r>
            <a:endParaRPr sz="550" b="0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3" name="text: + CH4"/>
          <p:cNvSpPr txBox="1"/>
          <p:nvPr/>
        </p:nvSpPr>
        <p:spPr>
          <a:xfrm>
            <a:off x="1467984" y="1113404"/>
            <a:ext cx="208508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+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 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C</a:t>
            </a:r>
            <a:r>
              <a:rPr sz="550" b="0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385" b="0" i="0" baseline="-16000">
                <a:solidFill>
                  <a:srgbClr val="1B1B1B"/>
                </a:solidFill>
                <a:latin typeface="Arial" panose="020B0604020202020204"/>
              </a:rPr>
              <a:t>4</a:t>
            </a:r>
            <a:endParaRPr sz="385" b="0" i="0" baseline="-1600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4" name="patch_12"/>
          <p:cNvSpPr/>
          <p:nvPr/>
        </p:nvSpPr>
        <p:spPr>
          <a:xfrm>
            <a:off x="1784100" y="1018326"/>
            <a:ext cx="252000" cy="504000"/>
          </a:xfrm>
          <a:custGeom>
            <a:avLst/>
            <a:gdLst/>
            <a:ahLst/>
            <a:cxnLst/>
            <a:rect l="l" t="t" r="r" b="b"/>
            <a:pathLst>
              <a:path w="252000" h="504000">
                <a:moveTo>
                  <a:pt x="82800" y="504000"/>
                </a:moveTo>
                <a:lnTo>
                  <a:pt x="169200" y="504000"/>
                </a:lnTo>
                <a:lnTo>
                  <a:pt x="184932" y="503172"/>
                </a:lnTo>
                <a:lnTo>
                  <a:pt x="199008" y="500688"/>
                </a:lnTo>
                <a:lnTo>
                  <a:pt x="211428" y="496548"/>
                </a:lnTo>
                <a:lnTo>
                  <a:pt x="222192" y="490752"/>
                </a:lnTo>
                <a:lnTo>
                  <a:pt x="231300" y="483300"/>
                </a:lnTo>
                <a:lnTo>
                  <a:pt x="238752" y="474192"/>
                </a:lnTo>
                <a:lnTo>
                  <a:pt x="244548" y="463428"/>
                </a:lnTo>
                <a:lnTo>
                  <a:pt x="248688" y="451008"/>
                </a:lnTo>
                <a:lnTo>
                  <a:pt x="251172" y="436932"/>
                </a:lnTo>
                <a:lnTo>
                  <a:pt x="252000" y="421200"/>
                </a:lnTo>
                <a:lnTo>
                  <a:pt x="252000" y="82800"/>
                </a:lnTo>
                <a:lnTo>
                  <a:pt x="251172" y="67068"/>
                </a:lnTo>
                <a:lnTo>
                  <a:pt x="248688" y="52992"/>
                </a:lnTo>
                <a:lnTo>
                  <a:pt x="244548" y="40572"/>
                </a:lnTo>
                <a:lnTo>
                  <a:pt x="238752" y="29808"/>
                </a:lnTo>
                <a:lnTo>
                  <a:pt x="231300" y="20700"/>
                </a:lnTo>
                <a:lnTo>
                  <a:pt x="222192" y="13248"/>
                </a:lnTo>
                <a:lnTo>
                  <a:pt x="211428" y="7452"/>
                </a:lnTo>
                <a:lnTo>
                  <a:pt x="199008" y="3312"/>
                </a:lnTo>
                <a:lnTo>
                  <a:pt x="184932" y="828"/>
                </a:lnTo>
                <a:lnTo>
                  <a:pt x="169200" y="0"/>
                </a:lnTo>
                <a:lnTo>
                  <a:pt x="82800" y="0"/>
                </a:lnTo>
                <a:lnTo>
                  <a:pt x="67068" y="828"/>
                </a:lnTo>
                <a:lnTo>
                  <a:pt x="52992" y="3312"/>
                </a:lnTo>
                <a:lnTo>
                  <a:pt x="40572" y="7452"/>
                </a:lnTo>
                <a:lnTo>
                  <a:pt x="29808" y="13248"/>
                </a:lnTo>
                <a:lnTo>
                  <a:pt x="20700" y="20700"/>
                </a:lnTo>
                <a:lnTo>
                  <a:pt x="13248" y="29808"/>
                </a:lnTo>
                <a:lnTo>
                  <a:pt x="7452" y="40572"/>
                </a:lnTo>
                <a:lnTo>
                  <a:pt x="3312" y="52992"/>
                </a:lnTo>
                <a:lnTo>
                  <a:pt x="828" y="67068"/>
                </a:lnTo>
                <a:lnTo>
                  <a:pt x="0" y="82800"/>
                </a:lnTo>
                <a:lnTo>
                  <a:pt x="0" y="421200"/>
                </a:lnTo>
                <a:lnTo>
                  <a:pt x="828" y="436932"/>
                </a:lnTo>
                <a:lnTo>
                  <a:pt x="3312" y="451008"/>
                </a:lnTo>
                <a:lnTo>
                  <a:pt x="7452" y="463428"/>
                </a:lnTo>
                <a:lnTo>
                  <a:pt x="13248" y="474192"/>
                </a:lnTo>
                <a:lnTo>
                  <a:pt x="20700" y="483300"/>
                </a:lnTo>
                <a:lnTo>
                  <a:pt x="29808" y="490752"/>
                </a:lnTo>
                <a:lnTo>
                  <a:pt x="40572" y="496548"/>
                </a:lnTo>
                <a:lnTo>
                  <a:pt x="52992" y="500688"/>
                </a:lnTo>
                <a:lnTo>
                  <a:pt x="67068" y="503172"/>
                </a:lnTo>
                <a:lnTo>
                  <a:pt x="82800" y="504000"/>
                </a:lnTo>
                <a:close/>
              </a:path>
            </a:pathLst>
          </a:custGeom>
          <a:solidFill>
            <a:srgbClr val="FFFFFF"/>
          </a:solidFill>
          <a:ln w="1143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Flash"/>
          <p:cNvSpPr txBox="1"/>
          <p:nvPr/>
        </p:nvSpPr>
        <p:spPr>
          <a:xfrm>
            <a:off x="2054441" y="1104243"/>
            <a:ext cx="226339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Flash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6" name="patch_13"/>
          <p:cNvSpPr/>
          <p:nvPr/>
        </p:nvSpPr>
        <p:spPr>
          <a:xfrm>
            <a:off x="2403300" y="1360326"/>
            <a:ext cx="165600" cy="558000"/>
          </a:xfrm>
          <a:custGeom>
            <a:avLst/>
            <a:gdLst/>
            <a:ahLst/>
            <a:cxnLst/>
            <a:rect l="l" t="t" r="r" b="b"/>
            <a:pathLst>
              <a:path w="165600" h="558000">
                <a:moveTo>
                  <a:pt x="61200" y="558000"/>
                </a:moveTo>
                <a:lnTo>
                  <a:pt x="104400" y="558000"/>
                </a:lnTo>
                <a:lnTo>
                  <a:pt x="116028" y="557388"/>
                </a:lnTo>
                <a:lnTo>
                  <a:pt x="126432" y="555552"/>
                </a:lnTo>
                <a:lnTo>
                  <a:pt x="135612" y="552492"/>
                </a:lnTo>
                <a:lnTo>
                  <a:pt x="143568" y="548208"/>
                </a:lnTo>
                <a:lnTo>
                  <a:pt x="150300" y="542700"/>
                </a:lnTo>
                <a:lnTo>
                  <a:pt x="155808" y="535968"/>
                </a:lnTo>
                <a:lnTo>
                  <a:pt x="160092" y="528012"/>
                </a:lnTo>
                <a:lnTo>
                  <a:pt x="163152" y="518832"/>
                </a:lnTo>
                <a:lnTo>
                  <a:pt x="164988" y="508428"/>
                </a:lnTo>
                <a:lnTo>
                  <a:pt x="165600" y="496800"/>
                </a:lnTo>
                <a:lnTo>
                  <a:pt x="165600" y="61200"/>
                </a:lnTo>
                <a:lnTo>
                  <a:pt x="164988" y="49572"/>
                </a:lnTo>
                <a:lnTo>
                  <a:pt x="163152" y="39168"/>
                </a:lnTo>
                <a:lnTo>
                  <a:pt x="160092" y="29988"/>
                </a:lnTo>
                <a:lnTo>
                  <a:pt x="155808" y="22032"/>
                </a:lnTo>
                <a:lnTo>
                  <a:pt x="150300" y="15300"/>
                </a:lnTo>
                <a:lnTo>
                  <a:pt x="143568" y="9792"/>
                </a:lnTo>
                <a:lnTo>
                  <a:pt x="135612" y="5508"/>
                </a:lnTo>
                <a:lnTo>
                  <a:pt x="126432" y="2448"/>
                </a:lnTo>
                <a:lnTo>
                  <a:pt x="116028" y="612"/>
                </a:lnTo>
                <a:lnTo>
                  <a:pt x="104400" y="0"/>
                </a:lnTo>
                <a:lnTo>
                  <a:pt x="61200" y="0"/>
                </a:lnTo>
                <a:lnTo>
                  <a:pt x="49572" y="612"/>
                </a:lnTo>
                <a:lnTo>
                  <a:pt x="39168" y="2448"/>
                </a:lnTo>
                <a:lnTo>
                  <a:pt x="29988" y="5508"/>
                </a:lnTo>
                <a:lnTo>
                  <a:pt x="22032" y="9792"/>
                </a:lnTo>
                <a:lnTo>
                  <a:pt x="15300" y="15300"/>
                </a:lnTo>
                <a:lnTo>
                  <a:pt x="9792" y="22032"/>
                </a:lnTo>
                <a:lnTo>
                  <a:pt x="5508" y="29988"/>
                </a:lnTo>
                <a:lnTo>
                  <a:pt x="2448" y="39168"/>
                </a:lnTo>
                <a:lnTo>
                  <a:pt x="612" y="49572"/>
                </a:lnTo>
                <a:lnTo>
                  <a:pt x="0" y="61200"/>
                </a:lnTo>
                <a:lnTo>
                  <a:pt x="0" y="496800"/>
                </a:lnTo>
                <a:lnTo>
                  <a:pt x="612" y="508428"/>
                </a:lnTo>
                <a:lnTo>
                  <a:pt x="2448" y="518832"/>
                </a:lnTo>
                <a:lnTo>
                  <a:pt x="5508" y="528012"/>
                </a:lnTo>
                <a:lnTo>
                  <a:pt x="9792" y="535968"/>
                </a:lnTo>
                <a:lnTo>
                  <a:pt x="15300" y="542700"/>
                </a:lnTo>
                <a:lnTo>
                  <a:pt x="22032" y="548208"/>
                </a:lnTo>
                <a:lnTo>
                  <a:pt x="29988" y="552492"/>
                </a:lnTo>
                <a:lnTo>
                  <a:pt x="39168" y="555552"/>
                </a:lnTo>
                <a:lnTo>
                  <a:pt x="49572" y="557388"/>
                </a:lnTo>
                <a:lnTo>
                  <a:pt x="61200" y="55800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CH3OH"/>
          <p:cNvSpPr txBox="1"/>
          <p:nvPr/>
        </p:nvSpPr>
        <p:spPr>
          <a:xfrm>
            <a:off x="2744835" y="1374877"/>
            <a:ext cx="268274" cy="883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C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405" b="0" i="0" baseline="-16000">
                <a:solidFill>
                  <a:srgbClr val="1B1B1B"/>
                </a:solidFill>
                <a:latin typeface="Arial" panose="020B0604020202020204"/>
              </a:rPr>
              <a:t>3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O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H</a:t>
            </a:r>
            <a:endParaRPr sz="580" b="0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8" name="text: H2O"/>
          <p:cNvSpPr txBox="1"/>
          <p:nvPr/>
        </p:nvSpPr>
        <p:spPr>
          <a:xfrm>
            <a:off x="2746968" y="1788877"/>
            <a:ext cx="157327" cy="883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H</a:t>
            </a:r>
            <a:r>
              <a:rPr sz="405" b="0" i="0" baseline="-16000">
                <a:solidFill>
                  <a:srgbClr val="1B1B1B"/>
                </a:solidFill>
                <a:latin typeface="Arial" panose="020B0604020202020204"/>
              </a:rPr>
              <a:t>2</a:t>
            </a:r>
            <a:r>
              <a:rPr sz="580" b="0" i="0">
                <a:solidFill>
                  <a:srgbClr val="1B1B1B"/>
                </a:solidFill>
                <a:latin typeface="Arial" panose="020B0604020202020204"/>
              </a:rPr>
              <a:t>O</a:t>
            </a:r>
            <a:endParaRPr sz="580" b="0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39" name="text: Distillation"/>
          <p:cNvSpPr txBox="1"/>
          <p:nvPr/>
        </p:nvSpPr>
        <p:spPr>
          <a:xfrm>
            <a:off x="2270403" y="1243696"/>
            <a:ext cx="431393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Distillation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40" name="text: purge"/>
          <p:cNvSpPr txBox="1"/>
          <p:nvPr/>
        </p:nvSpPr>
        <p:spPr>
          <a:xfrm>
            <a:off x="2374721" y="680771"/>
            <a:ext cx="223520" cy="9461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US" sz="620" b="1" i="0">
                <a:solidFill>
                  <a:srgbClr val="D9474F"/>
                </a:solidFill>
                <a:latin typeface="Arial" panose="020B0604020202020204"/>
              </a:rPr>
              <a:t>P</a:t>
            </a:r>
            <a:r>
              <a:rPr sz="620" b="1" i="0">
                <a:solidFill>
                  <a:srgbClr val="D9474F"/>
                </a:solidFill>
                <a:latin typeface="Arial" panose="020B0604020202020204"/>
              </a:rPr>
              <a:t>urge</a:t>
            </a:r>
            <a:endParaRPr sz="620" b="1" i="0">
              <a:solidFill>
                <a:srgbClr val="D9474F"/>
              </a:solidFill>
              <a:latin typeface="Arial" panose="020B0604020202020204"/>
            </a:endParaRPr>
          </a:p>
        </p:txBody>
      </p:sp>
      <p:grpSp>
        <p:nvGrpSpPr>
          <p:cNvPr id="209" name="组合 208"/>
          <p:cNvGrpSpPr/>
          <p:nvPr/>
        </p:nvGrpSpPr>
        <p:grpSpPr>
          <a:xfrm>
            <a:off x="2255520" y="855345"/>
            <a:ext cx="884555" cy="156845"/>
            <a:chOff x="3604" y="953"/>
            <a:chExt cx="1393" cy="167"/>
          </a:xfrm>
        </p:grpSpPr>
        <p:sp>
          <p:nvSpPr>
            <p:cNvPr id="206" name="patch_21"/>
            <p:cNvSpPr/>
            <p:nvPr/>
          </p:nvSpPr>
          <p:spPr>
            <a:xfrm>
              <a:off x="3604" y="953"/>
              <a:ext cx="1373" cy="167"/>
            </a:xfrm>
            <a:custGeom>
              <a:avLst/>
              <a:gdLst/>
              <a:ahLst/>
              <a:cxnLst/>
              <a:rect l="l" t="t" r="r" b="b"/>
              <a:pathLst>
                <a:path w="487203" h="105743">
                  <a:moveTo>
                    <a:pt x="58928" y="105743"/>
                  </a:moveTo>
                  <a:lnTo>
                    <a:pt x="428275" y="105743"/>
                  </a:lnTo>
                  <a:lnTo>
                    <a:pt x="439472" y="105153"/>
                  </a:lnTo>
                  <a:lnTo>
                    <a:pt x="449489" y="103386"/>
                  </a:lnTo>
                  <a:lnTo>
                    <a:pt x="458329" y="100439"/>
                  </a:lnTo>
                  <a:lnTo>
                    <a:pt x="465989" y="96314"/>
                  </a:lnTo>
                  <a:lnTo>
                    <a:pt x="472471" y="91011"/>
                  </a:lnTo>
                  <a:lnTo>
                    <a:pt x="477775" y="84529"/>
                  </a:lnTo>
                  <a:lnTo>
                    <a:pt x="481900" y="76868"/>
                  </a:lnTo>
                  <a:lnTo>
                    <a:pt x="484846" y="68029"/>
                  </a:lnTo>
                  <a:lnTo>
                    <a:pt x="486614" y="58011"/>
                  </a:lnTo>
                  <a:lnTo>
                    <a:pt x="487203" y="46815"/>
                  </a:lnTo>
                  <a:lnTo>
                    <a:pt x="487203" y="58928"/>
                  </a:lnTo>
                  <a:lnTo>
                    <a:pt x="486614" y="47732"/>
                  </a:lnTo>
                  <a:lnTo>
                    <a:pt x="484846" y="37714"/>
                  </a:lnTo>
                  <a:lnTo>
                    <a:pt x="481900" y="28875"/>
                  </a:lnTo>
                  <a:lnTo>
                    <a:pt x="477775" y="21214"/>
                  </a:lnTo>
                  <a:lnTo>
                    <a:pt x="472471" y="14732"/>
                  </a:lnTo>
                  <a:lnTo>
                    <a:pt x="465989" y="9429"/>
                  </a:lnTo>
                  <a:lnTo>
                    <a:pt x="458329" y="5304"/>
                  </a:lnTo>
                  <a:lnTo>
                    <a:pt x="449489" y="2357"/>
                  </a:lnTo>
                  <a:lnTo>
                    <a:pt x="439472" y="590"/>
                  </a:lnTo>
                  <a:lnTo>
                    <a:pt x="428275" y="0"/>
                  </a:lnTo>
                  <a:lnTo>
                    <a:pt x="58928" y="0"/>
                  </a:lnTo>
                  <a:lnTo>
                    <a:pt x="47732" y="590"/>
                  </a:lnTo>
                  <a:lnTo>
                    <a:pt x="37714" y="2357"/>
                  </a:lnTo>
                  <a:lnTo>
                    <a:pt x="28875" y="5304"/>
                  </a:lnTo>
                  <a:lnTo>
                    <a:pt x="21214" y="9429"/>
                  </a:lnTo>
                  <a:lnTo>
                    <a:pt x="14732" y="14732"/>
                  </a:lnTo>
                  <a:lnTo>
                    <a:pt x="9428" y="21214"/>
                  </a:lnTo>
                  <a:lnTo>
                    <a:pt x="5304" y="28875"/>
                  </a:lnTo>
                  <a:lnTo>
                    <a:pt x="2357" y="37714"/>
                  </a:lnTo>
                  <a:lnTo>
                    <a:pt x="589" y="47732"/>
                  </a:lnTo>
                  <a:lnTo>
                    <a:pt x="0" y="58928"/>
                  </a:lnTo>
                  <a:lnTo>
                    <a:pt x="0" y="46815"/>
                  </a:lnTo>
                  <a:lnTo>
                    <a:pt x="589" y="58011"/>
                  </a:lnTo>
                  <a:lnTo>
                    <a:pt x="2357" y="68029"/>
                  </a:lnTo>
                  <a:lnTo>
                    <a:pt x="5304" y="76868"/>
                  </a:lnTo>
                  <a:lnTo>
                    <a:pt x="9428" y="84529"/>
                  </a:lnTo>
                  <a:lnTo>
                    <a:pt x="14732" y="91011"/>
                  </a:lnTo>
                  <a:lnTo>
                    <a:pt x="21214" y="96314"/>
                  </a:lnTo>
                  <a:lnTo>
                    <a:pt x="28875" y="100439"/>
                  </a:lnTo>
                  <a:lnTo>
                    <a:pt x="37714" y="103386"/>
                  </a:lnTo>
                  <a:lnTo>
                    <a:pt x="47732" y="105153"/>
                  </a:lnTo>
                  <a:lnTo>
                    <a:pt x="58928" y="105743"/>
                  </a:lnTo>
                  <a:close/>
                </a:path>
              </a:pathLst>
            </a:custGeom>
            <a:solidFill>
              <a:srgbClr val="F3F1F0"/>
            </a:solidFill>
            <a:ln w="5080">
              <a:solidFill>
                <a:srgbClr val="5F646C"/>
              </a:solidFill>
              <a:prstDash val="lg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: CH4, CO, N2"/>
            <p:cNvSpPr txBox="1"/>
            <p:nvPr/>
          </p:nvSpPr>
          <p:spPr>
            <a:xfrm>
              <a:off x="3688" y="997"/>
              <a:ext cx="656" cy="9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C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H</a:t>
              </a:r>
              <a:r>
                <a:rPr sz="385" b="0" i="0" baseline="-16000">
                  <a:solidFill>
                    <a:srgbClr val="5F646C"/>
                  </a:solidFill>
                  <a:latin typeface="Arial" panose="020B0604020202020204"/>
                </a:rPr>
                <a:t>4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,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 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C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O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,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 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N</a:t>
              </a:r>
              <a:r>
                <a:rPr sz="385" b="0" i="0" baseline="-16000">
                  <a:solidFill>
                    <a:srgbClr val="5F646C"/>
                  </a:solidFill>
                  <a:latin typeface="Arial" panose="020B0604020202020204"/>
                </a:rPr>
                <a:t>2</a:t>
              </a:r>
              <a:endParaRPr sz="385" b="0" i="0" baseline="-16000">
                <a:solidFill>
                  <a:srgbClr val="5F646C"/>
                </a:solidFill>
                <a:latin typeface="Arial" panose="020B0604020202020204"/>
              </a:endParaRPr>
            </a:p>
          </p:txBody>
        </p:sp>
        <p:sp>
          <p:nvSpPr>
            <p:cNvPr id="42" name="text: with H2, CO2"/>
            <p:cNvSpPr txBox="1"/>
            <p:nvPr/>
          </p:nvSpPr>
          <p:spPr>
            <a:xfrm>
              <a:off x="4303" y="997"/>
              <a:ext cx="662" cy="9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w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i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t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h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 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H</a:t>
              </a:r>
              <a:r>
                <a:rPr sz="385" b="0" i="0" baseline="-16000">
                  <a:solidFill>
                    <a:srgbClr val="5F646C"/>
                  </a:solidFill>
                  <a:latin typeface="Arial" panose="020B0604020202020204"/>
                </a:rPr>
                <a:t>2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,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 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C</a:t>
              </a:r>
              <a:r>
                <a:rPr sz="550" b="0" i="0">
                  <a:solidFill>
                    <a:srgbClr val="5F646C"/>
                  </a:solidFill>
                  <a:latin typeface="Arial" panose="020B0604020202020204"/>
                </a:rPr>
                <a:t>O</a:t>
              </a:r>
              <a:r>
                <a:rPr sz="385" b="0" i="0" baseline="-16000">
                  <a:solidFill>
                    <a:srgbClr val="5F646C"/>
                  </a:solidFill>
                  <a:latin typeface="Arial" panose="020B0604020202020204"/>
                </a:rPr>
                <a:t>2</a:t>
              </a:r>
              <a:endParaRPr sz="385" b="0" i="0" baseline="-16000">
                <a:solidFill>
                  <a:srgbClr val="5F646C"/>
                </a:solidFill>
                <a:latin typeface="Arial" panose="020B0604020202020204"/>
              </a:endParaRPr>
            </a:p>
          </p:txBody>
        </p:sp>
      </p:grpSp>
      <p:sp>
        <p:nvSpPr>
          <p:cNvPr id="43" name="patch_14"/>
          <p:cNvSpPr/>
          <p:nvPr/>
        </p:nvSpPr>
        <p:spPr>
          <a:xfrm>
            <a:off x="1496100" y="363126"/>
            <a:ext cx="252000" cy="302400"/>
          </a:xfrm>
          <a:custGeom>
            <a:avLst/>
            <a:gdLst/>
            <a:ahLst/>
            <a:cxnLst/>
            <a:rect l="l" t="t" r="r" b="b"/>
            <a:pathLst>
              <a:path w="252000" h="302400">
                <a:moveTo>
                  <a:pt x="252000" y="302400"/>
                </a:moveTo>
                <a:lnTo>
                  <a:pt x="252000" y="0"/>
                </a:lnTo>
                <a:lnTo>
                  <a:pt x="0" y="72000"/>
                </a:lnTo>
                <a:lnTo>
                  <a:pt x="0" y="230400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Recycle compressor"/>
          <p:cNvSpPr txBox="1"/>
          <p:nvPr/>
        </p:nvSpPr>
        <p:spPr>
          <a:xfrm>
            <a:off x="735627" y="324394"/>
            <a:ext cx="814095" cy="944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620" b="1" i="0">
                <a:solidFill>
                  <a:srgbClr val="1B1B1B"/>
                </a:solidFill>
                <a:latin typeface="Arial" panose="020B0604020202020204"/>
              </a:rPr>
              <a:t>Recycle compressor</a:t>
            </a:r>
            <a:endParaRPr sz="620" b="1" i="0">
              <a:solidFill>
                <a:srgbClr val="1B1B1B"/>
              </a:solidFill>
              <a:latin typeface="Arial" panose="020B0604020202020204"/>
            </a:endParaRPr>
          </a:p>
        </p:txBody>
      </p:sp>
      <p:sp>
        <p:nvSpPr>
          <p:cNvPr id="45" name="text: CH4 builds up"/>
          <p:cNvSpPr txBox="1"/>
          <p:nvPr/>
        </p:nvSpPr>
        <p:spPr>
          <a:xfrm>
            <a:off x="1782438" y="407612"/>
            <a:ext cx="456488" cy="838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C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H</a:t>
            </a:r>
            <a:r>
              <a:rPr sz="385" b="0" i="0" baseline="-16000">
                <a:solidFill>
                  <a:srgbClr val="5F646C"/>
                </a:solidFill>
                <a:latin typeface="Arial" panose="020B0604020202020204"/>
              </a:rPr>
              <a:t>4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 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b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u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i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l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d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s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 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u</a:t>
            </a:r>
            <a:r>
              <a:rPr sz="550" b="0" i="0">
                <a:solidFill>
                  <a:srgbClr val="5F646C"/>
                </a:solidFill>
                <a:latin typeface="Arial" panose="020B0604020202020204"/>
              </a:rPr>
              <a:t>p</a:t>
            </a:r>
            <a:endParaRPr sz="550" b="0" i="0">
              <a:solidFill>
                <a:srgbClr val="5F646C"/>
              </a:solidFill>
              <a:latin typeface="Arial" panose="020B0604020202020204"/>
            </a:endParaRPr>
          </a:p>
        </p:txBody>
      </p:sp>
      <p:sp>
        <p:nvSpPr>
          <p:cNvPr id="58" name="patch_18"/>
          <p:cNvSpPr/>
          <p:nvPr/>
        </p:nvSpPr>
        <p:spPr>
          <a:xfrm>
            <a:off x="875100" y="1243326"/>
            <a:ext cx="54000" cy="54000"/>
          </a:xfrm>
          <a:custGeom>
            <a:avLst/>
            <a:gdLst/>
            <a:ahLst/>
            <a:cxnLst/>
            <a:rect l="l" t="t" r="r" b="b"/>
            <a:pathLst>
              <a:path w="54000" h="54000">
                <a:moveTo>
                  <a:pt x="27000" y="54000"/>
                </a:moveTo>
                <a:lnTo>
                  <a:pt x="29138" y="53916"/>
                </a:lnTo>
                <a:lnTo>
                  <a:pt x="31249" y="53664"/>
                </a:lnTo>
                <a:lnTo>
                  <a:pt x="33325" y="53249"/>
                </a:lnTo>
                <a:lnTo>
                  <a:pt x="35355" y="52675"/>
                </a:lnTo>
                <a:lnTo>
                  <a:pt x="37332" y="51945"/>
                </a:lnTo>
                <a:lnTo>
                  <a:pt x="39246" y="51063"/>
                </a:lnTo>
                <a:lnTo>
                  <a:pt x="41088" y="50033"/>
                </a:lnTo>
                <a:lnTo>
                  <a:pt x="42849" y="48859"/>
                </a:lnTo>
                <a:lnTo>
                  <a:pt x="44520" y="47544"/>
                </a:lnTo>
                <a:lnTo>
                  <a:pt x="46092" y="46092"/>
                </a:lnTo>
                <a:lnTo>
                  <a:pt x="47544" y="44521"/>
                </a:lnTo>
                <a:lnTo>
                  <a:pt x="48859" y="42850"/>
                </a:lnTo>
                <a:lnTo>
                  <a:pt x="50033" y="41089"/>
                </a:lnTo>
                <a:lnTo>
                  <a:pt x="51063" y="39247"/>
                </a:lnTo>
                <a:lnTo>
                  <a:pt x="51945" y="37333"/>
                </a:lnTo>
                <a:lnTo>
                  <a:pt x="52675" y="35356"/>
                </a:lnTo>
                <a:lnTo>
                  <a:pt x="53249" y="33325"/>
                </a:lnTo>
                <a:lnTo>
                  <a:pt x="53664" y="31250"/>
                </a:lnTo>
                <a:lnTo>
                  <a:pt x="53915" y="29138"/>
                </a:lnTo>
                <a:lnTo>
                  <a:pt x="54000" y="27000"/>
                </a:lnTo>
                <a:lnTo>
                  <a:pt x="53915" y="24863"/>
                </a:lnTo>
                <a:lnTo>
                  <a:pt x="53664" y="22751"/>
                </a:lnTo>
                <a:lnTo>
                  <a:pt x="53249" y="20676"/>
                </a:lnTo>
                <a:lnTo>
                  <a:pt x="52675" y="18645"/>
                </a:lnTo>
                <a:lnTo>
                  <a:pt x="51945" y="16668"/>
                </a:lnTo>
                <a:lnTo>
                  <a:pt x="51063" y="14754"/>
                </a:lnTo>
                <a:lnTo>
                  <a:pt x="50033" y="12912"/>
                </a:lnTo>
                <a:lnTo>
                  <a:pt x="48859" y="11151"/>
                </a:lnTo>
                <a:lnTo>
                  <a:pt x="47544" y="9480"/>
                </a:lnTo>
                <a:lnTo>
                  <a:pt x="46092" y="7909"/>
                </a:lnTo>
                <a:lnTo>
                  <a:pt x="44520" y="6457"/>
                </a:lnTo>
                <a:lnTo>
                  <a:pt x="42849" y="5142"/>
                </a:lnTo>
                <a:lnTo>
                  <a:pt x="41088" y="3968"/>
                </a:lnTo>
                <a:lnTo>
                  <a:pt x="39246" y="2938"/>
                </a:lnTo>
                <a:lnTo>
                  <a:pt x="37332" y="2056"/>
                </a:lnTo>
                <a:lnTo>
                  <a:pt x="35355" y="1326"/>
                </a:lnTo>
                <a:lnTo>
                  <a:pt x="33325" y="752"/>
                </a:lnTo>
                <a:lnTo>
                  <a:pt x="31249" y="337"/>
                </a:lnTo>
                <a:lnTo>
                  <a:pt x="29138" y="85"/>
                </a:lnTo>
                <a:lnTo>
                  <a:pt x="27000" y="0"/>
                </a:lnTo>
                <a:lnTo>
                  <a:pt x="24862" y="85"/>
                </a:lnTo>
                <a:lnTo>
                  <a:pt x="22751" y="337"/>
                </a:lnTo>
                <a:lnTo>
                  <a:pt x="20675" y="752"/>
                </a:lnTo>
                <a:lnTo>
                  <a:pt x="18645" y="1326"/>
                </a:lnTo>
                <a:lnTo>
                  <a:pt x="16668" y="2056"/>
                </a:lnTo>
                <a:lnTo>
                  <a:pt x="14754" y="2938"/>
                </a:lnTo>
                <a:lnTo>
                  <a:pt x="12912" y="3968"/>
                </a:lnTo>
                <a:lnTo>
                  <a:pt x="11151" y="5142"/>
                </a:lnTo>
                <a:lnTo>
                  <a:pt x="9480" y="6457"/>
                </a:lnTo>
                <a:lnTo>
                  <a:pt x="7908" y="7909"/>
                </a:lnTo>
                <a:lnTo>
                  <a:pt x="6456" y="9480"/>
                </a:lnTo>
                <a:lnTo>
                  <a:pt x="5141" y="11151"/>
                </a:lnTo>
                <a:lnTo>
                  <a:pt x="3967" y="12912"/>
                </a:lnTo>
                <a:lnTo>
                  <a:pt x="2937" y="14754"/>
                </a:lnTo>
                <a:lnTo>
                  <a:pt x="2055" y="16668"/>
                </a:lnTo>
                <a:lnTo>
                  <a:pt x="1325" y="18645"/>
                </a:lnTo>
                <a:lnTo>
                  <a:pt x="751" y="20676"/>
                </a:lnTo>
                <a:lnTo>
                  <a:pt x="336" y="22751"/>
                </a:lnTo>
                <a:lnTo>
                  <a:pt x="85" y="24863"/>
                </a:lnTo>
                <a:lnTo>
                  <a:pt x="0" y="27000"/>
                </a:lnTo>
                <a:lnTo>
                  <a:pt x="85" y="29138"/>
                </a:lnTo>
                <a:lnTo>
                  <a:pt x="336" y="31250"/>
                </a:lnTo>
                <a:lnTo>
                  <a:pt x="751" y="33325"/>
                </a:lnTo>
                <a:lnTo>
                  <a:pt x="1325" y="35356"/>
                </a:lnTo>
                <a:lnTo>
                  <a:pt x="2055" y="37333"/>
                </a:lnTo>
                <a:lnTo>
                  <a:pt x="2937" y="39247"/>
                </a:lnTo>
                <a:lnTo>
                  <a:pt x="3967" y="41089"/>
                </a:lnTo>
                <a:lnTo>
                  <a:pt x="5141" y="42850"/>
                </a:lnTo>
                <a:lnTo>
                  <a:pt x="6456" y="44521"/>
                </a:lnTo>
                <a:lnTo>
                  <a:pt x="7908" y="46092"/>
                </a:lnTo>
                <a:lnTo>
                  <a:pt x="9480" y="47544"/>
                </a:lnTo>
                <a:lnTo>
                  <a:pt x="11151" y="48859"/>
                </a:lnTo>
                <a:lnTo>
                  <a:pt x="12912" y="50033"/>
                </a:lnTo>
                <a:lnTo>
                  <a:pt x="14754" y="51063"/>
                </a:lnTo>
                <a:lnTo>
                  <a:pt x="16668" y="51945"/>
                </a:lnTo>
                <a:lnTo>
                  <a:pt x="18645" y="52675"/>
                </a:lnTo>
                <a:lnTo>
                  <a:pt x="20675" y="53249"/>
                </a:lnTo>
                <a:lnTo>
                  <a:pt x="22751" y="53664"/>
                </a:lnTo>
                <a:lnTo>
                  <a:pt x="24862" y="53916"/>
                </a:lnTo>
                <a:lnTo>
                  <a:pt x="27000" y="5400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hape"/>
          <p:cNvSpPr/>
          <p:nvPr/>
        </p:nvSpPr>
        <p:spPr>
          <a:xfrm>
            <a:off x="1343405" y="132192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3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8" y="3327"/>
                </a:lnTo>
                <a:lnTo>
                  <a:pt x="2717" y="3988"/>
                </a:lnTo>
                <a:lnTo>
                  <a:pt x="2164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7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7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4" y="18027"/>
                </a:lnTo>
                <a:lnTo>
                  <a:pt x="2717" y="18730"/>
                </a:lnTo>
                <a:lnTo>
                  <a:pt x="3328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3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hape"/>
          <p:cNvSpPr/>
          <p:nvPr/>
        </p:nvSpPr>
        <p:spPr>
          <a:xfrm>
            <a:off x="1344125" y="1179583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hape"/>
          <p:cNvSpPr/>
          <p:nvPr/>
        </p:nvSpPr>
        <p:spPr>
          <a:xfrm>
            <a:off x="1272492" y="112291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3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8" y="3327"/>
                </a:lnTo>
                <a:lnTo>
                  <a:pt x="2717" y="3989"/>
                </a:lnTo>
                <a:lnTo>
                  <a:pt x="2164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7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7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4" y="18028"/>
                </a:lnTo>
                <a:lnTo>
                  <a:pt x="2717" y="18731"/>
                </a:lnTo>
                <a:lnTo>
                  <a:pt x="3328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3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hape"/>
          <p:cNvSpPr/>
          <p:nvPr/>
        </p:nvSpPr>
        <p:spPr>
          <a:xfrm>
            <a:off x="1216305" y="1038850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hape"/>
          <p:cNvSpPr/>
          <p:nvPr/>
        </p:nvSpPr>
        <p:spPr>
          <a:xfrm>
            <a:off x="1159543" y="1344089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hape"/>
          <p:cNvSpPr/>
          <p:nvPr/>
        </p:nvSpPr>
        <p:spPr>
          <a:xfrm>
            <a:off x="1240189" y="116530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3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8" y="3327"/>
                </a:lnTo>
                <a:lnTo>
                  <a:pt x="2717" y="3988"/>
                </a:lnTo>
                <a:lnTo>
                  <a:pt x="2164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7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7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4" y="18027"/>
                </a:lnTo>
                <a:lnTo>
                  <a:pt x="2717" y="18730"/>
                </a:lnTo>
                <a:lnTo>
                  <a:pt x="3328" y="19392"/>
                </a:lnTo>
                <a:lnTo>
                  <a:pt x="3989" y="20002"/>
                </a:lnTo>
                <a:lnTo>
                  <a:pt x="4692" y="20556"/>
                </a:lnTo>
                <a:lnTo>
                  <a:pt x="5433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hape"/>
          <p:cNvSpPr/>
          <p:nvPr/>
        </p:nvSpPr>
        <p:spPr>
          <a:xfrm>
            <a:off x="1246335" y="1362485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hape"/>
          <p:cNvSpPr/>
          <p:nvPr/>
        </p:nvSpPr>
        <p:spPr>
          <a:xfrm>
            <a:off x="1157424" y="1102006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hape"/>
          <p:cNvSpPr/>
          <p:nvPr/>
        </p:nvSpPr>
        <p:spPr>
          <a:xfrm>
            <a:off x="1158277" y="1422417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hape"/>
          <p:cNvSpPr/>
          <p:nvPr/>
        </p:nvSpPr>
        <p:spPr>
          <a:xfrm>
            <a:off x="1390939" y="107662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hape"/>
          <p:cNvSpPr/>
          <p:nvPr/>
        </p:nvSpPr>
        <p:spPr>
          <a:xfrm>
            <a:off x="1306041" y="1274210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3" y="15707"/>
                </a:lnTo>
                <a:lnTo>
                  <a:pt x="22161" y="14875"/>
                </a:lnTo>
                <a:lnTo>
                  <a:pt x="22402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1"/>
                </a:lnTo>
                <a:lnTo>
                  <a:pt x="557" y="14875"/>
                </a:lnTo>
                <a:lnTo>
                  <a:pt x="864" y="15707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hape"/>
          <p:cNvSpPr/>
          <p:nvPr/>
        </p:nvSpPr>
        <p:spPr>
          <a:xfrm>
            <a:off x="1203749" y="1155281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3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8"/>
                </a:lnTo>
                <a:lnTo>
                  <a:pt x="18730" y="2717"/>
                </a:lnTo>
                <a:lnTo>
                  <a:pt x="18027" y="2164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7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7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4"/>
                </a:lnTo>
                <a:lnTo>
                  <a:pt x="3988" y="2717"/>
                </a:lnTo>
                <a:lnTo>
                  <a:pt x="3327" y="3328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3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hape"/>
          <p:cNvSpPr/>
          <p:nvPr/>
        </p:nvSpPr>
        <p:spPr>
          <a:xfrm>
            <a:off x="1252816" y="125807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hape"/>
          <p:cNvSpPr/>
          <p:nvPr/>
        </p:nvSpPr>
        <p:spPr>
          <a:xfrm>
            <a:off x="1384822" y="1376262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6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6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6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hape"/>
          <p:cNvSpPr/>
          <p:nvPr/>
        </p:nvSpPr>
        <p:spPr>
          <a:xfrm>
            <a:off x="1366092" y="1280044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hape"/>
          <p:cNvSpPr/>
          <p:nvPr/>
        </p:nvSpPr>
        <p:spPr>
          <a:xfrm>
            <a:off x="1353009" y="1519724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5"/>
                </a:lnTo>
                <a:lnTo>
                  <a:pt x="22402" y="14020"/>
                </a:lnTo>
                <a:lnTo>
                  <a:pt x="22576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6" y="9572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6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hape"/>
          <p:cNvSpPr/>
          <p:nvPr/>
        </p:nvSpPr>
        <p:spPr>
          <a:xfrm>
            <a:off x="1242401" y="1523751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3" y="18730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0"/>
                </a:lnTo>
                <a:lnTo>
                  <a:pt x="3327" y="19392"/>
                </a:lnTo>
                <a:lnTo>
                  <a:pt x="3989" y="20002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hape"/>
          <p:cNvSpPr/>
          <p:nvPr/>
        </p:nvSpPr>
        <p:spPr>
          <a:xfrm>
            <a:off x="1267033" y="1260787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5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hape"/>
          <p:cNvSpPr/>
          <p:nvPr/>
        </p:nvSpPr>
        <p:spPr>
          <a:xfrm>
            <a:off x="1311994" y="1289293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hape"/>
          <p:cNvSpPr/>
          <p:nvPr/>
        </p:nvSpPr>
        <p:spPr>
          <a:xfrm>
            <a:off x="1161225" y="1097073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2"/>
                </a:lnTo>
                <a:lnTo>
                  <a:pt x="3989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hape"/>
          <p:cNvSpPr/>
          <p:nvPr/>
        </p:nvSpPr>
        <p:spPr>
          <a:xfrm>
            <a:off x="1282351" y="153610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hape"/>
          <p:cNvSpPr/>
          <p:nvPr/>
        </p:nvSpPr>
        <p:spPr>
          <a:xfrm>
            <a:off x="1212792" y="124625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hape"/>
          <p:cNvSpPr/>
          <p:nvPr/>
        </p:nvSpPr>
        <p:spPr>
          <a:xfrm>
            <a:off x="1361679" y="1282023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2"/>
                </a:lnTo>
                <a:lnTo>
                  <a:pt x="3989" y="20002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hape"/>
          <p:cNvSpPr/>
          <p:nvPr/>
        </p:nvSpPr>
        <p:spPr>
          <a:xfrm>
            <a:off x="1162060" y="1224049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5"/>
                </a:lnTo>
                <a:lnTo>
                  <a:pt x="14875" y="557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5"/>
                </a:lnTo>
                <a:lnTo>
                  <a:pt x="6207" y="1235"/>
                </a:lnTo>
                <a:lnTo>
                  <a:pt x="5433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8" y="3327"/>
                </a:lnTo>
                <a:lnTo>
                  <a:pt x="2717" y="3988"/>
                </a:lnTo>
                <a:lnTo>
                  <a:pt x="2164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7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7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4" y="18027"/>
                </a:lnTo>
                <a:lnTo>
                  <a:pt x="2717" y="18730"/>
                </a:lnTo>
                <a:lnTo>
                  <a:pt x="3328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3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hape"/>
          <p:cNvSpPr/>
          <p:nvPr/>
        </p:nvSpPr>
        <p:spPr>
          <a:xfrm>
            <a:off x="1312604" y="1152995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5"/>
                </a:lnTo>
                <a:lnTo>
                  <a:pt x="14875" y="557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5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hape"/>
          <p:cNvSpPr/>
          <p:nvPr/>
        </p:nvSpPr>
        <p:spPr>
          <a:xfrm>
            <a:off x="1359338" y="1263607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hape"/>
          <p:cNvSpPr/>
          <p:nvPr/>
        </p:nvSpPr>
        <p:spPr>
          <a:xfrm>
            <a:off x="1201988" y="124292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7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hape"/>
          <p:cNvSpPr/>
          <p:nvPr/>
        </p:nvSpPr>
        <p:spPr>
          <a:xfrm>
            <a:off x="1365547" y="1281404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6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6" y="9572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6" y="141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1"/>
                </a:lnTo>
                <a:lnTo>
                  <a:pt x="8698" y="316"/>
                </a:lnTo>
                <a:lnTo>
                  <a:pt x="7843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8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8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3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hape"/>
          <p:cNvSpPr/>
          <p:nvPr/>
        </p:nvSpPr>
        <p:spPr>
          <a:xfrm>
            <a:off x="1359854" y="1214755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3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8"/>
                </a:lnTo>
                <a:lnTo>
                  <a:pt x="18730" y="2717"/>
                </a:lnTo>
                <a:lnTo>
                  <a:pt x="18028" y="2164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7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7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4"/>
                </a:lnTo>
                <a:lnTo>
                  <a:pt x="3988" y="2717"/>
                </a:lnTo>
                <a:lnTo>
                  <a:pt x="3327" y="3328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3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hape"/>
          <p:cNvSpPr/>
          <p:nvPr/>
        </p:nvSpPr>
        <p:spPr>
          <a:xfrm>
            <a:off x="1150874" y="141297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5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hape"/>
          <p:cNvSpPr/>
          <p:nvPr/>
        </p:nvSpPr>
        <p:spPr>
          <a:xfrm>
            <a:off x="1319536" y="1248556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hape"/>
          <p:cNvSpPr/>
          <p:nvPr/>
        </p:nvSpPr>
        <p:spPr>
          <a:xfrm>
            <a:off x="1146634" y="1183878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4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4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hape"/>
          <p:cNvSpPr/>
          <p:nvPr/>
        </p:nvSpPr>
        <p:spPr>
          <a:xfrm>
            <a:off x="1269564" y="1443766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hape"/>
          <p:cNvSpPr/>
          <p:nvPr/>
        </p:nvSpPr>
        <p:spPr>
          <a:xfrm>
            <a:off x="1253237" y="101216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hape"/>
          <p:cNvSpPr/>
          <p:nvPr/>
        </p:nvSpPr>
        <p:spPr>
          <a:xfrm>
            <a:off x="1196097" y="114387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hape"/>
          <p:cNvSpPr/>
          <p:nvPr/>
        </p:nvSpPr>
        <p:spPr>
          <a:xfrm>
            <a:off x="1225887" y="1031088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7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hape"/>
          <p:cNvSpPr/>
          <p:nvPr/>
        </p:nvSpPr>
        <p:spPr>
          <a:xfrm>
            <a:off x="1343702" y="1388236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2"/>
                </a:lnTo>
                <a:lnTo>
                  <a:pt x="3989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hape"/>
          <p:cNvSpPr/>
          <p:nvPr/>
        </p:nvSpPr>
        <p:spPr>
          <a:xfrm>
            <a:off x="1223808" y="1307481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hape"/>
          <p:cNvSpPr/>
          <p:nvPr/>
        </p:nvSpPr>
        <p:spPr>
          <a:xfrm>
            <a:off x="1182825" y="1405790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hape"/>
          <p:cNvSpPr/>
          <p:nvPr/>
        </p:nvSpPr>
        <p:spPr>
          <a:xfrm>
            <a:off x="1317337" y="1521754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6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6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6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3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3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hape"/>
          <p:cNvSpPr/>
          <p:nvPr/>
        </p:nvSpPr>
        <p:spPr>
          <a:xfrm>
            <a:off x="1256144" y="1537962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hape"/>
          <p:cNvSpPr/>
          <p:nvPr/>
        </p:nvSpPr>
        <p:spPr>
          <a:xfrm>
            <a:off x="1341921" y="1413723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hape"/>
          <p:cNvSpPr/>
          <p:nvPr/>
        </p:nvSpPr>
        <p:spPr>
          <a:xfrm>
            <a:off x="1203995" y="1081885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3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8"/>
                </a:lnTo>
                <a:lnTo>
                  <a:pt x="18730" y="2717"/>
                </a:lnTo>
                <a:lnTo>
                  <a:pt x="18027" y="2164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7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7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4"/>
                </a:lnTo>
                <a:lnTo>
                  <a:pt x="3988" y="2717"/>
                </a:lnTo>
                <a:lnTo>
                  <a:pt x="3327" y="3328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3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hape"/>
          <p:cNvSpPr/>
          <p:nvPr/>
        </p:nvSpPr>
        <p:spPr>
          <a:xfrm>
            <a:off x="1224624" y="1458572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hape"/>
          <p:cNvSpPr/>
          <p:nvPr/>
        </p:nvSpPr>
        <p:spPr>
          <a:xfrm>
            <a:off x="1342151" y="1174571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hape"/>
          <p:cNvSpPr/>
          <p:nvPr/>
        </p:nvSpPr>
        <p:spPr>
          <a:xfrm>
            <a:off x="1270471" y="1412301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hape"/>
          <p:cNvSpPr/>
          <p:nvPr/>
        </p:nvSpPr>
        <p:spPr>
          <a:xfrm>
            <a:off x="1270304" y="1511552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3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8"/>
                </a:lnTo>
                <a:lnTo>
                  <a:pt x="18730" y="2717"/>
                </a:lnTo>
                <a:lnTo>
                  <a:pt x="18027" y="2164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7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7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4"/>
                </a:lnTo>
                <a:lnTo>
                  <a:pt x="3988" y="2717"/>
                </a:lnTo>
                <a:lnTo>
                  <a:pt x="3327" y="3328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3"/>
                </a:lnTo>
                <a:lnTo>
                  <a:pt x="1236" y="6207"/>
                </a:lnTo>
                <a:lnTo>
                  <a:pt x="865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1"/>
                </a:lnTo>
                <a:lnTo>
                  <a:pt x="557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hape"/>
          <p:cNvSpPr/>
          <p:nvPr/>
        </p:nvSpPr>
        <p:spPr>
          <a:xfrm>
            <a:off x="1204161" y="1443025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3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3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2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hape"/>
          <p:cNvSpPr/>
          <p:nvPr/>
        </p:nvSpPr>
        <p:spPr>
          <a:xfrm>
            <a:off x="1149899" y="118088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hape"/>
          <p:cNvSpPr/>
          <p:nvPr/>
        </p:nvSpPr>
        <p:spPr>
          <a:xfrm>
            <a:off x="1374794" y="1276073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hape"/>
          <p:cNvSpPr/>
          <p:nvPr/>
        </p:nvSpPr>
        <p:spPr>
          <a:xfrm>
            <a:off x="1167351" y="125049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3"/>
                </a:lnTo>
                <a:lnTo>
                  <a:pt x="21854" y="7012"/>
                </a:lnTo>
                <a:lnTo>
                  <a:pt x="21483" y="6206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8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8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6"/>
                </a:lnTo>
                <a:lnTo>
                  <a:pt x="865" y="7012"/>
                </a:lnTo>
                <a:lnTo>
                  <a:pt x="558" y="7843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hape"/>
          <p:cNvSpPr/>
          <p:nvPr/>
        </p:nvSpPr>
        <p:spPr>
          <a:xfrm>
            <a:off x="1353179" y="130225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hape"/>
          <p:cNvSpPr/>
          <p:nvPr/>
        </p:nvSpPr>
        <p:spPr>
          <a:xfrm>
            <a:off x="1236398" y="1398819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hape"/>
          <p:cNvSpPr/>
          <p:nvPr/>
        </p:nvSpPr>
        <p:spPr>
          <a:xfrm>
            <a:off x="1379151" y="128325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hape"/>
          <p:cNvSpPr/>
          <p:nvPr/>
        </p:nvSpPr>
        <p:spPr>
          <a:xfrm>
            <a:off x="1244120" y="1048846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hape"/>
          <p:cNvSpPr/>
          <p:nvPr/>
        </p:nvSpPr>
        <p:spPr>
          <a:xfrm>
            <a:off x="1375582" y="1438160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hape"/>
          <p:cNvSpPr/>
          <p:nvPr/>
        </p:nvSpPr>
        <p:spPr>
          <a:xfrm>
            <a:off x="1282489" y="115129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hape"/>
          <p:cNvSpPr/>
          <p:nvPr/>
        </p:nvSpPr>
        <p:spPr>
          <a:xfrm>
            <a:off x="1205126" y="1411357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hape"/>
          <p:cNvSpPr/>
          <p:nvPr/>
        </p:nvSpPr>
        <p:spPr>
          <a:xfrm>
            <a:off x="1327841" y="1442523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5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hape"/>
          <p:cNvSpPr/>
          <p:nvPr/>
        </p:nvSpPr>
        <p:spPr>
          <a:xfrm>
            <a:off x="1311431" y="1372091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3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hape"/>
          <p:cNvSpPr/>
          <p:nvPr/>
        </p:nvSpPr>
        <p:spPr>
          <a:xfrm>
            <a:off x="1313834" y="149686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3"/>
                </a:lnTo>
                <a:lnTo>
                  <a:pt x="21854" y="7012"/>
                </a:lnTo>
                <a:lnTo>
                  <a:pt x="21483" y="6206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8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8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6"/>
                </a:lnTo>
                <a:lnTo>
                  <a:pt x="865" y="7012"/>
                </a:lnTo>
                <a:lnTo>
                  <a:pt x="558" y="7843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hape"/>
          <p:cNvSpPr/>
          <p:nvPr/>
        </p:nvSpPr>
        <p:spPr>
          <a:xfrm>
            <a:off x="1259885" y="1041865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hape"/>
          <p:cNvSpPr/>
          <p:nvPr/>
        </p:nvSpPr>
        <p:spPr>
          <a:xfrm>
            <a:off x="1200659" y="1349795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hape"/>
          <p:cNvSpPr/>
          <p:nvPr/>
        </p:nvSpPr>
        <p:spPr>
          <a:xfrm>
            <a:off x="1303243" y="1452015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hape"/>
          <p:cNvSpPr/>
          <p:nvPr/>
        </p:nvSpPr>
        <p:spPr>
          <a:xfrm>
            <a:off x="1172556" y="154696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6"/>
                </a:lnTo>
                <a:lnTo>
                  <a:pt x="10460" y="22682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hape"/>
          <p:cNvSpPr/>
          <p:nvPr/>
        </p:nvSpPr>
        <p:spPr>
          <a:xfrm>
            <a:off x="1315797" y="1514336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7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hape"/>
          <p:cNvSpPr/>
          <p:nvPr/>
        </p:nvSpPr>
        <p:spPr>
          <a:xfrm>
            <a:off x="1301883" y="1431055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8"/>
                </a:lnTo>
                <a:lnTo>
                  <a:pt x="18731" y="2717"/>
                </a:lnTo>
                <a:lnTo>
                  <a:pt x="18028" y="2164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7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7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4"/>
                </a:lnTo>
                <a:lnTo>
                  <a:pt x="3989" y="2717"/>
                </a:lnTo>
                <a:lnTo>
                  <a:pt x="3327" y="3328"/>
                </a:lnTo>
                <a:lnTo>
                  <a:pt x="2717" y="3989"/>
                </a:lnTo>
                <a:lnTo>
                  <a:pt x="2164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7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7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4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hape"/>
          <p:cNvSpPr/>
          <p:nvPr/>
        </p:nvSpPr>
        <p:spPr>
          <a:xfrm>
            <a:off x="1238511" y="1321434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1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hape"/>
          <p:cNvSpPr/>
          <p:nvPr/>
        </p:nvSpPr>
        <p:spPr>
          <a:xfrm>
            <a:off x="1341819" y="122211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hape"/>
          <p:cNvSpPr/>
          <p:nvPr/>
        </p:nvSpPr>
        <p:spPr>
          <a:xfrm>
            <a:off x="1193838" y="1017211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hape"/>
          <p:cNvSpPr/>
          <p:nvPr/>
        </p:nvSpPr>
        <p:spPr>
          <a:xfrm>
            <a:off x="1241925" y="106611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2" y="22576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hape"/>
          <p:cNvSpPr/>
          <p:nvPr/>
        </p:nvSpPr>
        <p:spPr>
          <a:xfrm>
            <a:off x="1341675" y="1416150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hape"/>
          <p:cNvSpPr/>
          <p:nvPr/>
        </p:nvSpPr>
        <p:spPr>
          <a:xfrm>
            <a:off x="1239481" y="1216733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hape"/>
          <p:cNvSpPr/>
          <p:nvPr/>
        </p:nvSpPr>
        <p:spPr>
          <a:xfrm>
            <a:off x="1320946" y="1049335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hape"/>
          <p:cNvSpPr/>
          <p:nvPr/>
        </p:nvSpPr>
        <p:spPr>
          <a:xfrm>
            <a:off x="1296285" y="1492102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hape"/>
          <p:cNvSpPr/>
          <p:nvPr/>
        </p:nvSpPr>
        <p:spPr>
          <a:xfrm>
            <a:off x="1376698" y="1085786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hape"/>
          <p:cNvSpPr/>
          <p:nvPr/>
        </p:nvSpPr>
        <p:spPr>
          <a:xfrm>
            <a:off x="1389103" y="1333089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hape"/>
          <p:cNvSpPr/>
          <p:nvPr/>
        </p:nvSpPr>
        <p:spPr>
          <a:xfrm>
            <a:off x="1323497" y="1124856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hape"/>
          <p:cNvSpPr/>
          <p:nvPr/>
        </p:nvSpPr>
        <p:spPr>
          <a:xfrm>
            <a:off x="1344346" y="1372765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hape"/>
          <p:cNvSpPr/>
          <p:nvPr/>
        </p:nvSpPr>
        <p:spPr>
          <a:xfrm>
            <a:off x="1183762" y="1209077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hape"/>
          <p:cNvSpPr/>
          <p:nvPr/>
        </p:nvSpPr>
        <p:spPr>
          <a:xfrm>
            <a:off x="1320856" y="1273179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hape"/>
          <p:cNvSpPr/>
          <p:nvPr/>
        </p:nvSpPr>
        <p:spPr>
          <a:xfrm>
            <a:off x="1353839" y="149058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5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hape"/>
          <p:cNvSpPr/>
          <p:nvPr/>
        </p:nvSpPr>
        <p:spPr>
          <a:xfrm>
            <a:off x="1244561" y="1136674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hape"/>
          <p:cNvSpPr/>
          <p:nvPr/>
        </p:nvSpPr>
        <p:spPr>
          <a:xfrm>
            <a:off x="1281776" y="1102577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hape"/>
          <p:cNvSpPr/>
          <p:nvPr/>
        </p:nvSpPr>
        <p:spPr>
          <a:xfrm>
            <a:off x="1263719" y="1286155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hape"/>
          <p:cNvSpPr/>
          <p:nvPr/>
        </p:nvSpPr>
        <p:spPr>
          <a:xfrm>
            <a:off x="1380987" y="1337442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hape"/>
          <p:cNvSpPr/>
          <p:nvPr/>
        </p:nvSpPr>
        <p:spPr>
          <a:xfrm>
            <a:off x="1224010" y="1035322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3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hape"/>
          <p:cNvSpPr/>
          <p:nvPr/>
        </p:nvSpPr>
        <p:spPr>
          <a:xfrm>
            <a:off x="1244771" y="1344840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6" y="21050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50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hape"/>
          <p:cNvSpPr/>
          <p:nvPr/>
        </p:nvSpPr>
        <p:spPr>
          <a:xfrm>
            <a:off x="1146566" y="1071973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hape"/>
          <p:cNvSpPr/>
          <p:nvPr/>
        </p:nvSpPr>
        <p:spPr>
          <a:xfrm>
            <a:off x="1249202" y="1320937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hape"/>
          <p:cNvSpPr/>
          <p:nvPr/>
        </p:nvSpPr>
        <p:spPr>
          <a:xfrm>
            <a:off x="1300916" y="1345269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5" y="22160"/>
                </a:lnTo>
                <a:lnTo>
                  <a:pt x="15707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3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3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6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0"/>
                </a:lnTo>
                <a:lnTo>
                  <a:pt x="8699" y="22402"/>
                </a:lnTo>
                <a:lnTo>
                  <a:pt x="9572" y="22576"/>
                </a:lnTo>
                <a:lnTo>
                  <a:pt x="10460" y="22682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hape"/>
          <p:cNvSpPr/>
          <p:nvPr/>
        </p:nvSpPr>
        <p:spPr>
          <a:xfrm>
            <a:off x="1375219" y="1351796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hape"/>
          <p:cNvSpPr/>
          <p:nvPr/>
        </p:nvSpPr>
        <p:spPr>
          <a:xfrm>
            <a:off x="1372457" y="151456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5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hape"/>
          <p:cNvSpPr/>
          <p:nvPr/>
        </p:nvSpPr>
        <p:spPr>
          <a:xfrm>
            <a:off x="1226476" y="1397215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hape"/>
          <p:cNvSpPr/>
          <p:nvPr/>
        </p:nvSpPr>
        <p:spPr>
          <a:xfrm>
            <a:off x="1388414" y="1423048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hape"/>
          <p:cNvSpPr/>
          <p:nvPr/>
        </p:nvSpPr>
        <p:spPr>
          <a:xfrm>
            <a:off x="1192284" y="1513301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0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60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0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6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hape"/>
          <p:cNvSpPr/>
          <p:nvPr/>
        </p:nvSpPr>
        <p:spPr>
          <a:xfrm>
            <a:off x="1347873" y="1254520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hape"/>
          <p:cNvSpPr/>
          <p:nvPr/>
        </p:nvSpPr>
        <p:spPr>
          <a:xfrm>
            <a:off x="1184838" y="130817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hape"/>
          <p:cNvSpPr/>
          <p:nvPr/>
        </p:nvSpPr>
        <p:spPr>
          <a:xfrm>
            <a:off x="1245509" y="1533409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3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3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hape"/>
          <p:cNvSpPr/>
          <p:nvPr/>
        </p:nvSpPr>
        <p:spPr>
          <a:xfrm>
            <a:off x="1164327" y="146277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hape"/>
          <p:cNvSpPr/>
          <p:nvPr/>
        </p:nvSpPr>
        <p:spPr>
          <a:xfrm>
            <a:off x="1356389" y="1050865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hape"/>
          <p:cNvSpPr/>
          <p:nvPr/>
        </p:nvSpPr>
        <p:spPr>
          <a:xfrm>
            <a:off x="1349231" y="147482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6" y="22576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6" y="13146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59"/>
                </a:lnTo>
                <a:lnTo>
                  <a:pt x="22576" y="9571"/>
                </a:lnTo>
                <a:lnTo>
                  <a:pt x="22402" y="8698"/>
                </a:lnTo>
                <a:lnTo>
                  <a:pt x="22160" y="7843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6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3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6"/>
                </a:lnTo>
                <a:lnTo>
                  <a:pt x="10459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hape"/>
          <p:cNvSpPr/>
          <p:nvPr/>
        </p:nvSpPr>
        <p:spPr>
          <a:xfrm>
            <a:off x="1180561" y="134537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hape"/>
          <p:cNvSpPr/>
          <p:nvPr/>
        </p:nvSpPr>
        <p:spPr>
          <a:xfrm>
            <a:off x="1275376" y="1033548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hape"/>
          <p:cNvSpPr/>
          <p:nvPr/>
        </p:nvSpPr>
        <p:spPr>
          <a:xfrm>
            <a:off x="1209534" y="1485755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hape"/>
          <p:cNvSpPr/>
          <p:nvPr/>
        </p:nvSpPr>
        <p:spPr>
          <a:xfrm>
            <a:off x="1266727" y="1325660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3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8" y="3327"/>
                </a:lnTo>
                <a:lnTo>
                  <a:pt x="2717" y="3988"/>
                </a:lnTo>
                <a:lnTo>
                  <a:pt x="2164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7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7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4" y="18027"/>
                </a:lnTo>
                <a:lnTo>
                  <a:pt x="2717" y="18730"/>
                </a:lnTo>
                <a:lnTo>
                  <a:pt x="3328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3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hape"/>
          <p:cNvSpPr/>
          <p:nvPr/>
        </p:nvSpPr>
        <p:spPr>
          <a:xfrm>
            <a:off x="1281766" y="1114366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6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hape"/>
          <p:cNvSpPr/>
          <p:nvPr/>
        </p:nvSpPr>
        <p:spPr>
          <a:xfrm>
            <a:off x="1172354" y="1536662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hape"/>
          <p:cNvSpPr/>
          <p:nvPr/>
        </p:nvSpPr>
        <p:spPr>
          <a:xfrm>
            <a:off x="1357940" y="1510342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hape"/>
          <p:cNvSpPr/>
          <p:nvPr/>
        </p:nvSpPr>
        <p:spPr>
          <a:xfrm>
            <a:off x="1214566" y="1044806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hape"/>
          <p:cNvSpPr/>
          <p:nvPr/>
        </p:nvSpPr>
        <p:spPr>
          <a:xfrm>
            <a:off x="1255797" y="1177482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0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6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hape"/>
          <p:cNvSpPr/>
          <p:nvPr/>
        </p:nvSpPr>
        <p:spPr>
          <a:xfrm>
            <a:off x="1160358" y="1406007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hape"/>
          <p:cNvSpPr/>
          <p:nvPr/>
        </p:nvSpPr>
        <p:spPr>
          <a:xfrm>
            <a:off x="1147013" y="1287638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5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6"/>
                </a:lnTo>
                <a:lnTo>
                  <a:pt x="1235" y="16512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hape"/>
          <p:cNvSpPr/>
          <p:nvPr/>
        </p:nvSpPr>
        <p:spPr>
          <a:xfrm>
            <a:off x="1194116" y="1412535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hape"/>
          <p:cNvSpPr/>
          <p:nvPr/>
        </p:nvSpPr>
        <p:spPr>
          <a:xfrm>
            <a:off x="1229983" y="1065050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1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1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hape"/>
          <p:cNvSpPr/>
          <p:nvPr/>
        </p:nvSpPr>
        <p:spPr>
          <a:xfrm>
            <a:off x="1373543" y="103407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hape"/>
          <p:cNvSpPr/>
          <p:nvPr/>
        </p:nvSpPr>
        <p:spPr>
          <a:xfrm>
            <a:off x="1364146" y="1508613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3"/>
                </a:lnTo>
                <a:lnTo>
                  <a:pt x="16512" y="21482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6" y="864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3" y="21853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hape"/>
          <p:cNvSpPr/>
          <p:nvPr/>
        </p:nvSpPr>
        <p:spPr>
          <a:xfrm>
            <a:off x="1263967" y="1263962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1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5"/>
                </a:lnTo>
                <a:lnTo>
                  <a:pt x="15707" y="865"/>
                </a:lnTo>
                <a:lnTo>
                  <a:pt x="14875" y="557"/>
                </a:lnTo>
                <a:lnTo>
                  <a:pt x="14021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60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3" y="865"/>
                </a:lnTo>
                <a:lnTo>
                  <a:pt x="6207" y="1235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2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hape"/>
          <p:cNvSpPr/>
          <p:nvPr/>
        </p:nvSpPr>
        <p:spPr>
          <a:xfrm>
            <a:off x="1257666" y="1447587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hape"/>
          <p:cNvSpPr/>
          <p:nvPr/>
        </p:nvSpPr>
        <p:spPr>
          <a:xfrm>
            <a:off x="1309621" y="132860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1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hape"/>
          <p:cNvSpPr/>
          <p:nvPr/>
        </p:nvSpPr>
        <p:spPr>
          <a:xfrm>
            <a:off x="1356564" y="1146722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hape"/>
          <p:cNvSpPr/>
          <p:nvPr/>
        </p:nvSpPr>
        <p:spPr>
          <a:xfrm>
            <a:off x="1228911" y="1161770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2" y="19392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hape"/>
          <p:cNvSpPr/>
          <p:nvPr/>
        </p:nvSpPr>
        <p:spPr>
          <a:xfrm>
            <a:off x="1340627" y="1444467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2"/>
                </a:lnTo>
                <a:lnTo>
                  <a:pt x="19392" y="19392"/>
                </a:lnTo>
                <a:lnTo>
                  <a:pt x="20003" y="18730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0"/>
                </a:lnTo>
                <a:lnTo>
                  <a:pt x="3327" y="19392"/>
                </a:lnTo>
                <a:lnTo>
                  <a:pt x="3989" y="20002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hape"/>
          <p:cNvSpPr/>
          <p:nvPr/>
        </p:nvSpPr>
        <p:spPr>
          <a:xfrm>
            <a:off x="1244013" y="1367537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hape"/>
          <p:cNvSpPr/>
          <p:nvPr/>
        </p:nvSpPr>
        <p:spPr>
          <a:xfrm>
            <a:off x="1291765" y="1317323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1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7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hape"/>
          <p:cNvSpPr/>
          <p:nvPr/>
        </p:nvSpPr>
        <p:spPr>
          <a:xfrm>
            <a:off x="1326873" y="1338373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hape"/>
          <p:cNvSpPr/>
          <p:nvPr/>
        </p:nvSpPr>
        <p:spPr>
          <a:xfrm>
            <a:off x="1269073" y="117861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hape"/>
          <p:cNvSpPr/>
          <p:nvPr/>
        </p:nvSpPr>
        <p:spPr>
          <a:xfrm>
            <a:off x="1315443" y="1121256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7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60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1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7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hape"/>
          <p:cNvSpPr/>
          <p:nvPr/>
        </p:nvSpPr>
        <p:spPr>
          <a:xfrm>
            <a:off x="1317043" y="1365835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59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2" y="19391"/>
                </a:lnTo>
                <a:lnTo>
                  <a:pt x="20002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8"/>
                </a:lnTo>
                <a:lnTo>
                  <a:pt x="19392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hape"/>
          <p:cNvSpPr/>
          <p:nvPr/>
        </p:nvSpPr>
        <p:spPr>
          <a:xfrm>
            <a:off x="1147739" y="1308710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hape"/>
          <p:cNvSpPr/>
          <p:nvPr/>
        </p:nvSpPr>
        <p:spPr>
          <a:xfrm>
            <a:off x="1155904" y="1510623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3" y="16512"/>
                </a:lnTo>
                <a:lnTo>
                  <a:pt x="21854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6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hape"/>
          <p:cNvSpPr/>
          <p:nvPr/>
        </p:nvSpPr>
        <p:spPr>
          <a:xfrm>
            <a:off x="1182825" y="1348891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60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8" y="20556"/>
                </a:lnTo>
                <a:lnTo>
                  <a:pt x="18731" y="20003"/>
                </a:lnTo>
                <a:lnTo>
                  <a:pt x="19392" y="19392"/>
                </a:lnTo>
                <a:lnTo>
                  <a:pt x="20003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3" y="3989"/>
                </a:lnTo>
                <a:lnTo>
                  <a:pt x="19392" y="3327"/>
                </a:lnTo>
                <a:lnTo>
                  <a:pt x="18731" y="2717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2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2" y="2163"/>
                </a:lnTo>
                <a:lnTo>
                  <a:pt x="3989" y="2717"/>
                </a:lnTo>
                <a:lnTo>
                  <a:pt x="3327" y="3327"/>
                </a:lnTo>
                <a:lnTo>
                  <a:pt x="2717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7" y="18731"/>
                </a:lnTo>
                <a:lnTo>
                  <a:pt x="3327" y="19392"/>
                </a:lnTo>
                <a:lnTo>
                  <a:pt x="3989" y="20003"/>
                </a:lnTo>
                <a:lnTo>
                  <a:pt x="4692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hape"/>
          <p:cNvSpPr/>
          <p:nvPr/>
        </p:nvSpPr>
        <p:spPr>
          <a:xfrm>
            <a:off x="1198639" y="1035610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0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59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0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2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hape"/>
          <p:cNvSpPr/>
          <p:nvPr/>
        </p:nvSpPr>
        <p:spPr>
          <a:xfrm>
            <a:off x="1196088" y="1275791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1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8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60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2"/>
                </a:lnTo>
                <a:lnTo>
                  <a:pt x="35" y="10460"/>
                </a:lnTo>
                <a:lnTo>
                  <a:pt x="0" y="11359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hape"/>
          <p:cNvSpPr/>
          <p:nvPr/>
        </p:nvSpPr>
        <p:spPr>
          <a:xfrm>
            <a:off x="1158328" y="1246084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6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7"/>
                </a:lnTo>
                <a:lnTo>
                  <a:pt x="22160" y="14875"/>
                </a:lnTo>
                <a:lnTo>
                  <a:pt x="22402" y="14021"/>
                </a:lnTo>
                <a:lnTo>
                  <a:pt x="22576" y="13147"/>
                </a:lnTo>
                <a:lnTo>
                  <a:pt x="22682" y="12259"/>
                </a:lnTo>
                <a:lnTo>
                  <a:pt x="22718" y="11360"/>
                </a:lnTo>
                <a:lnTo>
                  <a:pt x="22682" y="10460"/>
                </a:lnTo>
                <a:lnTo>
                  <a:pt x="22576" y="9572"/>
                </a:lnTo>
                <a:lnTo>
                  <a:pt x="22402" y="8699"/>
                </a:lnTo>
                <a:lnTo>
                  <a:pt x="22160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2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6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1"/>
                </a:lnTo>
                <a:lnTo>
                  <a:pt x="557" y="14875"/>
                </a:lnTo>
                <a:lnTo>
                  <a:pt x="864" y="15707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hape"/>
          <p:cNvSpPr/>
          <p:nvPr/>
        </p:nvSpPr>
        <p:spPr>
          <a:xfrm>
            <a:off x="1199514" y="1219664"/>
            <a:ext cx="22719" cy="22719"/>
          </a:xfrm>
          <a:custGeom>
            <a:avLst/>
            <a:gdLst/>
            <a:ahLst/>
            <a:cxnLst/>
            <a:rect l="l" t="t" r="r" b="b"/>
            <a:pathLst>
              <a:path w="22719" h="22719">
                <a:moveTo>
                  <a:pt x="11359" y="22719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5" y="22161"/>
                </a:lnTo>
                <a:lnTo>
                  <a:pt x="15706" y="21854"/>
                </a:lnTo>
                <a:lnTo>
                  <a:pt x="16512" y="21483"/>
                </a:lnTo>
                <a:lnTo>
                  <a:pt x="17287" y="21050"/>
                </a:lnTo>
                <a:lnTo>
                  <a:pt x="18027" y="20556"/>
                </a:lnTo>
                <a:lnTo>
                  <a:pt x="18730" y="20003"/>
                </a:lnTo>
                <a:lnTo>
                  <a:pt x="19392" y="19392"/>
                </a:lnTo>
                <a:lnTo>
                  <a:pt x="20002" y="18731"/>
                </a:lnTo>
                <a:lnTo>
                  <a:pt x="20556" y="18028"/>
                </a:lnTo>
                <a:lnTo>
                  <a:pt x="21050" y="17287"/>
                </a:lnTo>
                <a:lnTo>
                  <a:pt x="21483" y="16512"/>
                </a:lnTo>
                <a:lnTo>
                  <a:pt x="21854" y="15707"/>
                </a:lnTo>
                <a:lnTo>
                  <a:pt x="22161" y="14875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60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9"/>
                </a:lnTo>
                <a:lnTo>
                  <a:pt x="22161" y="7844"/>
                </a:lnTo>
                <a:lnTo>
                  <a:pt x="21854" y="7013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2"/>
                </a:lnTo>
                <a:lnTo>
                  <a:pt x="20002" y="3989"/>
                </a:lnTo>
                <a:lnTo>
                  <a:pt x="19392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6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9" y="36"/>
                </a:lnTo>
                <a:lnTo>
                  <a:pt x="11359" y="0"/>
                </a:lnTo>
                <a:lnTo>
                  <a:pt x="10460" y="36"/>
                </a:lnTo>
                <a:lnTo>
                  <a:pt x="9572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2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3"/>
                </a:lnTo>
                <a:lnTo>
                  <a:pt x="558" y="7844"/>
                </a:lnTo>
                <a:lnTo>
                  <a:pt x="316" y="8699"/>
                </a:lnTo>
                <a:lnTo>
                  <a:pt x="142" y="9572"/>
                </a:lnTo>
                <a:lnTo>
                  <a:pt x="36" y="10460"/>
                </a:lnTo>
                <a:lnTo>
                  <a:pt x="0" y="11360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5"/>
                </a:lnTo>
                <a:lnTo>
                  <a:pt x="865" y="15707"/>
                </a:lnTo>
                <a:lnTo>
                  <a:pt x="1236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3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2" y="22577"/>
                </a:lnTo>
                <a:lnTo>
                  <a:pt x="10460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hape"/>
          <p:cNvSpPr/>
          <p:nvPr/>
        </p:nvSpPr>
        <p:spPr>
          <a:xfrm>
            <a:off x="1293453" y="124069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8" y="22682"/>
                </a:lnTo>
                <a:lnTo>
                  <a:pt x="13147" y="22576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2" y="16511"/>
                </a:lnTo>
                <a:lnTo>
                  <a:pt x="21853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6"/>
                </a:lnTo>
                <a:lnTo>
                  <a:pt x="22682" y="12258"/>
                </a:lnTo>
                <a:lnTo>
                  <a:pt x="22718" y="11359"/>
                </a:lnTo>
                <a:lnTo>
                  <a:pt x="22682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3" y="7012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8" y="35"/>
                </a:lnTo>
                <a:lnTo>
                  <a:pt x="11359" y="0"/>
                </a:lnTo>
                <a:lnTo>
                  <a:pt x="10459" y="35"/>
                </a:lnTo>
                <a:lnTo>
                  <a:pt x="9571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2"/>
                </a:lnTo>
                <a:lnTo>
                  <a:pt x="557" y="7844"/>
                </a:lnTo>
                <a:lnTo>
                  <a:pt x="316" y="8698"/>
                </a:lnTo>
                <a:lnTo>
                  <a:pt x="141" y="9571"/>
                </a:lnTo>
                <a:lnTo>
                  <a:pt x="35" y="10459"/>
                </a:lnTo>
                <a:lnTo>
                  <a:pt x="0" y="11359"/>
                </a:lnTo>
                <a:lnTo>
                  <a:pt x="35" y="12258"/>
                </a:lnTo>
                <a:lnTo>
                  <a:pt x="141" y="13146"/>
                </a:lnTo>
                <a:lnTo>
                  <a:pt x="316" y="14020"/>
                </a:lnTo>
                <a:lnTo>
                  <a:pt x="557" y="14874"/>
                </a:lnTo>
                <a:lnTo>
                  <a:pt x="864" y="15706"/>
                </a:lnTo>
                <a:lnTo>
                  <a:pt x="1235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1" y="22576"/>
                </a:lnTo>
                <a:lnTo>
                  <a:pt x="10459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hape"/>
          <p:cNvSpPr/>
          <p:nvPr/>
        </p:nvSpPr>
        <p:spPr>
          <a:xfrm>
            <a:off x="1363252" y="1112561"/>
            <a:ext cx="22718" cy="22718"/>
          </a:xfrm>
          <a:custGeom>
            <a:avLst/>
            <a:gdLst/>
            <a:ahLst/>
            <a:cxnLst/>
            <a:rect l="l" t="t" r="r" b="b"/>
            <a:pathLst>
              <a:path w="22718" h="22718">
                <a:moveTo>
                  <a:pt x="11359" y="22718"/>
                </a:moveTo>
                <a:lnTo>
                  <a:pt x="12259" y="22682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4" y="22160"/>
                </a:lnTo>
                <a:lnTo>
                  <a:pt x="15706" y="21853"/>
                </a:lnTo>
                <a:lnTo>
                  <a:pt x="16511" y="21482"/>
                </a:lnTo>
                <a:lnTo>
                  <a:pt x="17286" y="21049"/>
                </a:lnTo>
                <a:lnTo>
                  <a:pt x="18027" y="20555"/>
                </a:lnTo>
                <a:lnTo>
                  <a:pt x="18730" y="20002"/>
                </a:lnTo>
                <a:lnTo>
                  <a:pt x="19391" y="19391"/>
                </a:lnTo>
                <a:lnTo>
                  <a:pt x="20002" y="18730"/>
                </a:lnTo>
                <a:lnTo>
                  <a:pt x="20555" y="18027"/>
                </a:lnTo>
                <a:lnTo>
                  <a:pt x="21049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3" y="12258"/>
                </a:lnTo>
                <a:lnTo>
                  <a:pt x="22718" y="11359"/>
                </a:lnTo>
                <a:lnTo>
                  <a:pt x="22683" y="10459"/>
                </a:lnTo>
                <a:lnTo>
                  <a:pt x="22577" y="9571"/>
                </a:lnTo>
                <a:lnTo>
                  <a:pt x="22402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8"/>
                </a:lnTo>
                <a:lnTo>
                  <a:pt x="19391" y="3327"/>
                </a:lnTo>
                <a:lnTo>
                  <a:pt x="18730" y="2716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5"/>
                </a:lnTo>
                <a:lnTo>
                  <a:pt x="15706" y="864"/>
                </a:lnTo>
                <a:lnTo>
                  <a:pt x="14874" y="557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5"/>
                </a:lnTo>
                <a:lnTo>
                  <a:pt x="11359" y="0"/>
                </a:lnTo>
                <a:lnTo>
                  <a:pt x="10460" y="35"/>
                </a:lnTo>
                <a:lnTo>
                  <a:pt x="9572" y="141"/>
                </a:lnTo>
                <a:lnTo>
                  <a:pt x="8698" y="316"/>
                </a:lnTo>
                <a:lnTo>
                  <a:pt x="7844" y="557"/>
                </a:lnTo>
                <a:lnTo>
                  <a:pt x="7012" y="864"/>
                </a:lnTo>
                <a:lnTo>
                  <a:pt x="6207" y="1235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6"/>
                </a:lnTo>
                <a:lnTo>
                  <a:pt x="3327" y="3327"/>
                </a:lnTo>
                <a:lnTo>
                  <a:pt x="2716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1"/>
                </a:lnTo>
                <a:lnTo>
                  <a:pt x="36" y="10459"/>
                </a:lnTo>
                <a:lnTo>
                  <a:pt x="0" y="11359"/>
                </a:lnTo>
                <a:lnTo>
                  <a:pt x="36" y="12258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6" y="18730"/>
                </a:lnTo>
                <a:lnTo>
                  <a:pt x="3327" y="19391"/>
                </a:lnTo>
                <a:lnTo>
                  <a:pt x="3988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2"/>
                </a:lnTo>
                <a:lnTo>
                  <a:pt x="7012" y="21853"/>
                </a:lnTo>
                <a:lnTo>
                  <a:pt x="7844" y="22160"/>
                </a:lnTo>
                <a:lnTo>
                  <a:pt x="8698" y="22402"/>
                </a:lnTo>
                <a:lnTo>
                  <a:pt x="9572" y="22577"/>
                </a:lnTo>
                <a:lnTo>
                  <a:pt x="10460" y="22682"/>
                </a:lnTo>
                <a:lnTo>
                  <a:pt x="11359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hape"/>
          <p:cNvSpPr/>
          <p:nvPr/>
        </p:nvSpPr>
        <p:spPr>
          <a:xfrm>
            <a:off x="1231899" y="1406796"/>
            <a:ext cx="22719" cy="22718"/>
          </a:xfrm>
          <a:custGeom>
            <a:avLst/>
            <a:gdLst/>
            <a:ahLst/>
            <a:cxnLst/>
            <a:rect l="l" t="t" r="r" b="b"/>
            <a:pathLst>
              <a:path w="22719" h="22718">
                <a:moveTo>
                  <a:pt x="11360" y="22718"/>
                </a:moveTo>
                <a:lnTo>
                  <a:pt x="12259" y="22683"/>
                </a:lnTo>
                <a:lnTo>
                  <a:pt x="13147" y="22577"/>
                </a:lnTo>
                <a:lnTo>
                  <a:pt x="14020" y="22402"/>
                </a:lnTo>
                <a:lnTo>
                  <a:pt x="14875" y="22161"/>
                </a:lnTo>
                <a:lnTo>
                  <a:pt x="15707" y="21854"/>
                </a:lnTo>
                <a:lnTo>
                  <a:pt x="16512" y="21483"/>
                </a:lnTo>
                <a:lnTo>
                  <a:pt x="17287" y="21049"/>
                </a:lnTo>
                <a:lnTo>
                  <a:pt x="18028" y="20555"/>
                </a:lnTo>
                <a:lnTo>
                  <a:pt x="18731" y="20002"/>
                </a:lnTo>
                <a:lnTo>
                  <a:pt x="19392" y="19391"/>
                </a:lnTo>
                <a:lnTo>
                  <a:pt x="20003" y="18730"/>
                </a:lnTo>
                <a:lnTo>
                  <a:pt x="20556" y="18027"/>
                </a:lnTo>
                <a:lnTo>
                  <a:pt x="21050" y="17286"/>
                </a:lnTo>
                <a:lnTo>
                  <a:pt x="21483" y="16511"/>
                </a:lnTo>
                <a:lnTo>
                  <a:pt x="21854" y="15706"/>
                </a:lnTo>
                <a:lnTo>
                  <a:pt x="22161" y="14874"/>
                </a:lnTo>
                <a:lnTo>
                  <a:pt x="22403" y="14020"/>
                </a:lnTo>
                <a:lnTo>
                  <a:pt x="22577" y="13147"/>
                </a:lnTo>
                <a:lnTo>
                  <a:pt x="22683" y="12259"/>
                </a:lnTo>
                <a:lnTo>
                  <a:pt x="22719" y="11359"/>
                </a:lnTo>
                <a:lnTo>
                  <a:pt x="22683" y="10460"/>
                </a:lnTo>
                <a:lnTo>
                  <a:pt x="22577" y="9572"/>
                </a:lnTo>
                <a:lnTo>
                  <a:pt x="22403" y="8698"/>
                </a:lnTo>
                <a:lnTo>
                  <a:pt x="22161" y="7844"/>
                </a:lnTo>
                <a:lnTo>
                  <a:pt x="21854" y="7012"/>
                </a:lnTo>
                <a:lnTo>
                  <a:pt x="21483" y="6207"/>
                </a:lnTo>
                <a:lnTo>
                  <a:pt x="21050" y="5432"/>
                </a:lnTo>
                <a:lnTo>
                  <a:pt x="20556" y="4691"/>
                </a:lnTo>
                <a:lnTo>
                  <a:pt x="20003" y="3988"/>
                </a:lnTo>
                <a:lnTo>
                  <a:pt x="19392" y="3327"/>
                </a:lnTo>
                <a:lnTo>
                  <a:pt x="18731" y="2716"/>
                </a:lnTo>
                <a:lnTo>
                  <a:pt x="18028" y="2163"/>
                </a:lnTo>
                <a:lnTo>
                  <a:pt x="17287" y="1669"/>
                </a:lnTo>
                <a:lnTo>
                  <a:pt x="16512" y="1236"/>
                </a:lnTo>
                <a:lnTo>
                  <a:pt x="15707" y="865"/>
                </a:lnTo>
                <a:lnTo>
                  <a:pt x="14875" y="558"/>
                </a:lnTo>
                <a:lnTo>
                  <a:pt x="14020" y="316"/>
                </a:lnTo>
                <a:lnTo>
                  <a:pt x="13147" y="141"/>
                </a:lnTo>
                <a:lnTo>
                  <a:pt x="12259" y="36"/>
                </a:lnTo>
                <a:lnTo>
                  <a:pt x="11360" y="0"/>
                </a:lnTo>
                <a:lnTo>
                  <a:pt x="10460" y="36"/>
                </a:lnTo>
                <a:lnTo>
                  <a:pt x="9572" y="141"/>
                </a:lnTo>
                <a:lnTo>
                  <a:pt x="8699" y="316"/>
                </a:lnTo>
                <a:lnTo>
                  <a:pt x="7844" y="558"/>
                </a:lnTo>
                <a:lnTo>
                  <a:pt x="7013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9" y="2716"/>
                </a:lnTo>
                <a:lnTo>
                  <a:pt x="3327" y="3327"/>
                </a:lnTo>
                <a:lnTo>
                  <a:pt x="2717" y="3988"/>
                </a:lnTo>
                <a:lnTo>
                  <a:pt x="2163" y="4691"/>
                </a:lnTo>
                <a:lnTo>
                  <a:pt x="1669" y="5432"/>
                </a:lnTo>
                <a:lnTo>
                  <a:pt x="1236" y="6207"/>
                </a:lnTo>
                <a:lnTo>
                  <a:pt x="865" y="7012"/>
                </a:lnTo>
                <a:lnTo>
                  <a:pt x="558" y="7844"/>
                </a:lnTo>
                <a:lnTo>
                  <a:pt x="316" y="8698"/>
                </a:lnTo>
                <a:lnTo>
                  <a:pt x="142" y="9572"/>
                </a:lnTo>
                <a:lnTo>
                  <a:pt x="36" y="10460"/>
                </a:lnTo>
                <a:lnTo>
                  <a:pt x="0" y="11359"/>
                </a:lnTo>
                <a:lnTo>
                  <a:pt x="36" y="12259"/>
                </a:lnTo>
                <a:lnTo>
                  <a:pt x="142" y="13147"/>
                </a:lnTo>
                <a:lnTo>
                  <a:pt x="316" y="14020"/>
                </a:lnTo>
                <a:lnTo>
                  <a:pt x="558" y="14874"/>
                </a:lnTo>
                <a:lnTo>
                  <a:pt x="865" y="15706"/>
                </a:lnTo>
                <a:lnTo>
                  <a:pt x="1236" y="16511"/>
                </a:lnTo>
                <a:lnTo>
                  <a:pt x="1669" y="17286"/>
                </a:lnTo>
                <a:lnTo>
                  <a:pt x="2163" y="18027"/>
                </a:lnTo>
                <a:lnTo>
                  <a:pt x="2717" y="18730"/>
                </a:lnTo>
                <a:lnTo>
                  <a:pt x="3327" y="19391"/>
                </a:lnTo>
                <a:lnTo>
                  <a:pt x="3989" y="20002"/>
                </a:lnTo>
                <a:lnTo>
                  <a:pt x="4691" y="20555"/>
                </a:lnTo>
                <a:lnTo>
                  <a:pt x="5432" y="21049"/>
                </a:lnTo>
                <a:lnTo>
                  <a:pt x="6207" y="21483"/>
                </a:lnTo>
                <a:lnTo>
                  <a:pt x="7013" y="21854"/>
                </a:lnTo>
                <a:lnTo>
                  <a:pt x="7844" y="22161"/>
                </a:lnTo>
                <a:lnTo>
                  <a:pt x="8699" y="22402"/>
                </a:lnTo>
                <a:lnTo>
                  <a:pt x="9572" y="22577"/>
                </a:lnTo>
                <a:lnTo>
                  <a:pt x="10460" y="22683"/>
                </a:lnTo>
                <a:lnTo>
                  <a:pt x="11360" y="22718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hape"/>
          <p:cNvSpPr/>
          <p:nvPr/>
        </p:nvSpPr>
        <p:spPr>
          <a:xfrm>
            <a:off x="1236037" y="1376013"/>
            <a:ext cx="22718" cy="22719"/>
          </a:xfrm>
          <a:custGeom>
            <a:avLst/>
            <a:gdLst/>
            <a:ahLst/>
            <a:cxnLst/>
            <a:rect l="l" t="t" r="r" b="b"/>
            <a:pathLst>
              <a:path w="22718" h="22719">
                <a:moveTo>
                  <a:pt x="11359" y="22719"/>
                </a:moveTo>
                <a:lnTo>
                  <a:pt x="12258" y="22683"/>
                </a:lnTo>
                <a:lnTo>
                  <a:pt x="13147" y="22577"/>
                </a:lnTo>
                <a:lnTo>
                  <a:pt x="14020" y="22403"/>
                </a:lnTo>
                <a:lnTo>
                  <a:pt x="14874" y="22161"/>
                </a:lnTo>
                <a:lnTo>
                  <a:pt x="15706" y="21854"/>
                </a:lnTo>
                <a:lnTo>
                  <a:pt x="16511" y="21483"/>
                </a:lnTo>
                <a:lnTo>
                  <a:pt x="17286" y="21050"/>
                </a:lnTo>
                <a:lnTo>
                  <a:pt x="18027" y="20556"/>
                </a:lnTo>
                <a:lnTo>
                  <a:pt x="18730" y="20002"/>
                </a:lnTo>
                <a:lnTo>
                  <a:pt x="19391" y="19392"/>
                </a:lnTo>
                <a:lnTo>
                  <a:pt x="20002" y="18731"/>
                </a:lnTo>
                <a:lnTo>
                  <a:pt x="20555" y="18028"/>
                </a:lnTo>
                <a:lnTo>
                  <a:pt x="21049" y="17287"/>
                </a:lnTo>
                <a:lnTo>
                  <a:pt x="21482" y="16512"/>
                </a:lnTo>
                <a:lnTo>
                  <a:pt x="21853" y="15706"/>
                </a:lnTo>
                <a:lnTo>
                  <a:pt x="22160" y="14875"/>
                </a:lnTo>
                <a:lnTo>
                  <a:pt x="22402" y="14020"/>
                </a:lnTo>
                <a:lnTo>
                  <a:pt x="22577" y="13147"/>
                </a:lnTo>
                <a:lnTo>
                  <a:pt x="22682" y="12259"/>
                </a:lnTo>
                <a:lnTo>
                  <a:pt x="22718" y="11360"/>
                </a:lnTo>
                <a:lnTo>
                  <a:pt x="22682" y="10460"/>
                </a:lnTo>
                <a:lnTo>
                  <a:pt x="22577" y="9572"/>
                </a:lnTo>
                <a:lnTo>
                  <a:pt x="22402" y="8699"/>
                </a:lnTo>
                <a:lnTo>
                  <a:pt x="22160" y="7844"/>
                </a:lnTo>
                <a:lnTo>
                  <a:pt x="21853" y="7013"/>
                </a:lnTo>
                <a:lnTo>
                  <a:pt x="21482" y="6207"/>
                </a:lnTo>
                <a:lnTo>
                  <a:pt x="21049" y="5432"/>
                </a:lnTo>
                <a:lnTo>
                  <a:pt x="20555" y="4691"/>
                </a:lnTo>
                <a:lnTo>
                  <a:pt x="20002" y="3989"/>
                </a:lnTo>
                <a:lnTo>
                  <a:pt x="19391" y="3327"/>
                </a:lnTo>
                <a:lnTo>
                  <a:pt x="18730" y="2717"/>
                </a:lnTo>
                <a:lnTo>
                  <a:pt x="18027" y="2163"/>
                </a:lnTo>
                <a:lnTo>
                  <a:pt x="17286" y="1669"/>
                </a:lnTo>
                <a:lnTo>
                  <a:pt x="16511" y="1236"/>
                </a:lnTo>
                <a:lnTo>
                  <a:pt x="15706" y="865"/>
                </a:lnTo>
                <a:lnTo>
                  <a:pt x="14874" y="558"/>
                </a:lnTo>
                <a:lnTo>
                  <a:pt x="14020" y="316"/>
                </a:lnTo>
                <a:lnTo>
                  <a:pt x="13147" y="142"/>
                </a:lnTo>
                <a:lnTo>
                  <a:pt x="12258" y="36"/>
                </a:lnTo>
                <a:lnTo>
                  <a:pt x="11359" y="0"/>
                </a:lnTo>
                <a:lnTo>
                  <a:pt x="10459" y="36"/>
                </a:lnTo>
                <a:lnTo>
                  <a:pt x="9571" y="142"/>
                </a:lnTo>
                <a:lnTo>
                  <a:pt x="8698" y="316"/>
                </a:lnTo>
                <a:lnTo>
                  <a:pt x="7844" y="558"/>
                </a:lnTo>
                <a:lnTo>
                  <a:pt x="7012" y="865"/>
                </a:lnTo>
                <a:lnTo>
                  <a:pt x="6207" y="1236"/>
                </a:lnTo>
                <a:lnTo>
                  <a:pt x="5432" y="1669"/>
                </a:lnTo>
                <a:lnTo>
                  <a:pt x="4691" y="2163"/>
                </a:lnTo>
                <a:lnTo>
                  <a:pt x="3988" y="2717"/>
                </a:lnTo>
                <a:lnTo>
                  <a:pt x="3327" y="3327"/>
                </a:lnTo>
                <a:lnTo>
                  <a:pt x="2716" y="3989"/>
                </a:lnTo>
                <a:lnTo>
                  <a:pt x="2163" y="4691"/>
                </a:lnTo>
                <a:lnTo>
                  <a:pt x="1669" y="5432"/>
                </a:lnTo>
                <a:lnTo>
                  <a:pt x="1235" y="6207"/>
                </a:lnTo>
                <a:lnTo>
                  <a:pt x="864" y="7013"/>
                </a:lnTo>
                <a:lnTo>
                  <a:pt x="557" y="7844"/>
                </a:lnTo>
                <a:lnTo>
                  <a:pt x="316" y="8699"/>
                </a:lnTo>
                <a:lnTo>
                  <a:pt x="141" y="9572"/>
                </a:lnTo>
                <a:lnTo>
                  <a:pt x="35" y="10460"/>
                </a:lnTo>
                <a:lnTo>
                  <a:pt x="0" y="11360"/>
                </a:lnTo>
                <a:lnTo>
                  <a:pt x="35" y="12259"/>
                </a:lnTo>
                <a:lnTo>
                  <a:pt x="141" y="13147"/>
                </a:lnTo>
                <a:lnTo>
                  <a:pt x="316" y="14020"/>
                </a:lnTo>
                <a:lnTo>
                  <a:pt x="557" y="14875"/>
                </a:lnTo>
                <a:lnTo>
                  <a:pt x="864" y="15706"/>
                </a:lnTo>
                <a:lnTo>
                  <a:pt x="1235" y="16512"/>
                </a:lnTo>
                <a:lnTo>
                  <a:pt x="1669" y="17287"/>
                </a:lnTo>
                <a:lnTo>
                  <a:pt x="2163" y="18028"/>
                </a:lnTo>
                <a:lnTo>
                  <a:pt x="2716" y="18731"/>
                </a:lnTo>
                <a:lnTo>
                  <a:pt x="3327" y="19392"/>
                </a:lnTo>
                <a:lnTo>
                  <a:pt x="3988" y="20002"/>
                </a:lnTo>
                <a:lnTo>
                  <a:pt x="4691" y="20556"/>
                </a:lnTo>
                <a:lnTo>
                  <a:pt x="5432" y="21050"/>
                </a:lnTo>
                <a:lnTo>
                  <a:pt x="6207" y="21483"/>
                </a:lnTo>
                <a:lnTo>
                  <a:pt x="7012" y="21854"/>
                </a:lnTo>
                <a:lnTo>
                  <a:pt x="7844" y="22161"/>
                </a:lnTo>
                <a:lnTo>
                  <a:pt x="8698" y="22403"/>
                </a:lnTo>
                <a:lnTo>
                  <a:pt x="9571" y="22577"/>
                </a:lnTo>
                <a:lnTo>
                  <a:pt x="10459" y="22683"/>
                </a:lnTo>
                <a:lnTo>
                  <a:pt x="11359" y="22719"/>
                </a:lnTo>
                <a:close/>
              </a:path>
            </a:pathLst>
          </a:custGeom>
          <a:solidFill>
            <a:srgbClr val="ECB874"/>
          </a:solidFill>
          <a:ln w="2540">
            <a:solidFill>
              <a:srgbClr val="A85E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patch_19"/>
          <p:cNvSpPr/>
          <p:nvPr/>
        </p:nvSpPr>
        <p:spPr>
          <a:xfrm>
            <a:off x="1790065" y="1322070"/>
            <a:ext cx="239395" cy="136525"/>
          </a:xfrm>
          <a:custGeom>
            <a:avLst/>
            <a:gdLst/>
            <a:ahLst/>
            <a:cxnLst/>
            <a:rect l="l" t="t" r="r" b="b"/>
            <a:pathLst>
              <a:path w="226800" h="136800">
                <a:moveTo>
                  <a:pt x="0" y="136800"/>
                </a:moveTo>
                <a:lnTo>
                  <a:pt x="226800" y="136800"/>
                </a:lnTo>
                <a:lnTo>
                  <a:pt x="226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8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line2d_5"/>
          <p:cNvSpPr/>
          <p:nvPr/>
        </p:nvSpPr>
        <p:spPr>
          <a:xfrm>
            <a:off x="2428500" y="1835526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line2d_6"/>
          <p:cNvSpPr/>
          <p:nvPr/>
        </p:nvSpPr>
        <p:spPr>
          <a:xfrm>
            <a:off x="2428500" y="1737426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line2d_7"/>
          <p:cNvSpPr/>
          <p:nvPr/>
        </p:nvSpPr>
        <p:spPr>
          <a:xfrm>
            <a:off x="2428500" y="1639326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line2d_8"/>
          <p:cNvSpPr/>
          <p:nvPr/>
        </p:nvSpPr>
        <p:spPr>
          <a:xfrm>
            <a:off x="2428500" y="1541226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line2d_9"/>
          <p:cNvSpPr/>
          <p:nvPr/>
        </p:nvSpPr>
        <p:spPr>
          <a:xfrm>
            <a:off x="2428500" y="1443126"/>
            <a:ext cx="115200" cy="0"/>
          </a:xfrm>
          <a:custGeom>
            <a:avLst/>
            <a:gdLst/>
            <a:ahLst/>
            <a:cxnLst/>
            <a:rect l="l" t="t" r="r" b="b"/>
            <a:pathLst>
              <a:path w="115200">
                <a:moveTo>
                  <a:pt x="0" y="0"/>
                </a:moveTo>
                <a:lnTo>
                  <a:pt x="115200" y="0"/>
                </a:lnTo>
              </a:path>
            </a:pathLst>
          </a:custGeom>
          <a:noFill/>
          <a:ln w="5080">
            <a:solidFill>
              <a:srgbClr val="1B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patch_20"/>
          <p:cNvSpPr/>
          <p:nvPr/>
        </p:nvSpPr>
        <p:spPr>
          <a:xfrm>
            <a:off x="2243100" y="775326"/>
            <a:ext cx="54000" cy="54000"/>
          </a:xfrm>
          <a:custGeom>
            <a:avLst/>
            <a:gdLst/>
            <a:ahLst/>
            <a:cxnLst/>
            <a:rect l="l" t="t" r="r" b="b"/>
            <a:pathLst>
              <a:path w="54000" h="54000">
                <a:moveTo>
                  <a:pt x="27000" y="54000"/>
                </a:moveTo>
                <a:lnTo>
                  <a:pt x="29138" y="53916"/>
                </a:lnTo>
                <a:lnTo>
                  <a:pt x="31249" y="53664"/>
                </a:lnTo>
                <a:lnTo>
                  <a:pt x="33325" y="53249"/>
                </a:lnTo>
                <a:lnTo>
                  <a:pt x="35355" y="52675"/>
                </a:lnTo>
                <a:lnTo>
                  <a:pt x="37332" y="51945"/>
                </a:lnTo>
                <a:lnTo>
                  <a:pt x="39246" y="51063"/>
                </a:lnTo>
                <a:lnTo>
                  <a:pt x="41088" y="50033"/>
                </a:lnTo>
                <a:lnTo>
                  <a:pt x="42849" y="48859"/>
                </a:lnTo>
                <a:lnTo>
                  <a:pt x="44520" y="47544"/>
                </a:lnTo>
                <a:lnTo>
                  <a:pt x="46092" y="46092"/>
                </a:lnTo>
                <a:lnTo>
                  <a:pt x="47544" y="44521"/>
                </a:lnTo>
                <a:lnTo>
                  <a:pt x="48859" y="42850"/>
                </a:lnTo>
                <a:lnTo>
                  <a:pt x="50033" y="41089"/>
                </a:lnTo>
                <a:lnTo>
                  <a:pt x="51063" y="39247"/>
                </a:lnTo>
                <a:lnTo>
                  <a:pt x="51945" y="37333"/>
                </a:lnTo>
                <a:lnTo>
                  <a:pt x="52675" y="35356"/>
                </a:lnTo>
                <a:lnTo>
                  <a:pt x="53249" y="33325"/>
                </a:lnTo>
                <a:lnTo>
                  <a:pt x="53664" y="31250"/>
                </a:lnTo>
                <a:lnTo>
                  <a:pt x="53915" y="29138"/>
                </a:lnTo>
                <a:lnTo>
                  <a:pt x="54000" y="27000"/>
                </a:lnTo>
                <a:lnTo>
                  <a:pt x="53915" y="24863"/>
                </a:lnTo>
                <a:lnTo>
                  <a:pt x="53664" y="22751"/>
                </a:lnTo>
                <a:lnTo>
                  <a:pt x="53249" y="20676"/>
                </a:lnTo>
                <a:lnTo>
                  <a:pt x="52675" y="18645"/>
                </a:lnTo>
                <a:lnTo>
                  <a:pt x="51945" y="16668"/>
                </a:lnTo>
                <a:lnTo>
                  <a:pt x="51063" y="14754"/>
                </a:lnTo>
                <a:lnTo>
                  <a:pt x="50033" y="12912"/>
                </a:lnTo>
                <a:lnTo>
                  <a:pt x="48859" y="11151"/>
                </a:lnTo>
                <a:lnTo>
                  <a:pt x="47544" y="9480"/>
                </a:lnTo>
                <a:lnTo>
                  <a:pt x="46092" y="7909"/>
                </a:lnTo>
                <a:lnTo>
                  <a:pt x="44520" y="6457"/>
                </a:lnTo>
                <a:lnTo>
                  <a:pt x="42849" y="5142"/>
                </a:lnTo>
                <a:lnTo>
                  <a:pt x="41088" y="3968"/>
                </a:lnTo>
                <a:lnTo>
                  <a:pt x="39246" y="2938"/>
                </a:lnTo>
                <a:lnTo>
                  <a:pt x="37332" y="2056"/>
                </a:lnTo>
                <a:lnTo>
                  <a:pt x="35355" y="1326"/>
                </a:lnTo>
                <a:lnTo>
                  <a:pt x="33325" y="752"/>
                </a:lnTo>
                <a:lnTo>
                  <a:pt x="31249" y="337"/>
                </a:lnTo>
                <a:lnTo>
                  <a:pt x="29138" y="85"/>
                </a:lnTo>
                <a:lnTo>
                  <a:pt x="27000" y="0"/>
                </a:lnTo>
                <a:lnTo>
                  <a:pt x="24862" y="85"/>
                </a:lnTo>
                <a:lnTo>
                  <a:pt x="22751" y="337"/>
                </a:lnTo>
                <a:lnTo>
                  <a:pt x="20675" y="752"/>
                </a:lnTo>
                <a:lnTo>
                  <a:pt x="18645" y="1326"/>
                </a:lnTo>
                <a:lnTo>
                  <a:pt x="16668" y="2056"/>
                </a:lnTo>
                <a:lnTo>
                  <a:pt x="14754" y="2938"/>
                </a:lnTo>
                <a:lnTo>
                  <a:pt x="12912" y="3968"/>
                </a:lnTo>
                <a:lnTo>
                  <a:pt x="11151" y="5142"/>
                </a:lnTo>
                <a:lnTo>
                  <a:pt x="9480" y="6457"/>
                </a:lnTo>
                <a:lnTo>
                  <a:pt x="7908" y="7909"/>
                </a:lnTo>
                <a:lnTo>
                  <a:pt x="6456" y="9480"/>
                </a:lnTo>
                <a:lnTo>
                  <a:pt x="5141" y="11151"/>
                </a:lnTo>
                <a:lnTo>
                  <a:pt x="3967" y="12912"/>
                </a:lnTo>
                <a:lnTo>
                  <a:pt x="2937" y="14754"/>
                </a:lnTo>
                <a:lnTo>
                  <a:pt x="2055" y="16668"/>
                </a:lnTo>
                <a:lnTo>
                  <a:pt x="1325" y="18645"/>
                </a:lnTo>
                <a:lnTo>
                  <a:pt x="751" y="20676"/>
                </a:lnTo>
                <a:lnTo>
                  <a:pt x="336" y="22751"/>
                </a:lnTo>
                <a:lnTo>
                  <a:pt x="85" y="24863"/>
                </a:lnTo>
                <a:lnTo>
                  <a:pt x="0" y="27000"/>
                </a:lnTo>
                <a:lnTo>
                  <a:pt x="85" y="29138"/>
                </a:lnTo>
                <a:lnTo>
                  <a:pt x="336" y="31250"/>
                </a:lnTo>
                <a:lnTo>
                  <a:pt x="751" y="33325"/>
                </a:lnTo>
                <a:lnTo>
                  <a:pt x="1325" y="35356"/>
                </a:lnTo>
                <a:lnTo>
                  <a:pt x="2055" y="37333"/>
                </a:lnTo>
                <a:lnTo>
                  <a:pt x="2937" y="39247"/>
                </a:lnTo>
                <a:lnTo>
                  <a:pt x="3967" y="41089"/>
                </a:lnTo>
                <a:lnTo>
                  <a:pt x="5141" y="42850"/>
                </a:lnTo>
                <a:lnTo>
                  <a:pt x="6456" y="44521"/>
                </a:lnTo>
                <a:lnTo>
                  <a:pt x="7908" y="46092"/>
                </a:lnTo>
                <a:lnTo>
                  <a:pt x="9480" y="47544"/>
                </a:lnTo>
                <a:lnTo>
                  <a:pt x="11151" y="48859"/>
                </a:lnTo>
                <a:lnTo>
                  <a:pt x="12912" y="50033"/>
                </a:lnTo>
                <a:lnTo>
                  <a:pt x="14754" y="51063"/>
                </a:lnTo>
                <a:lnTo>
                  <a:pt x="16668" y="51945"/>
                </a:lnTo>
                <a:lnTo>
                  <a:pt x="18645" y="52675"/>
                </a:lnTo>
                <a:lnTo>
                  <a:pt x="20675" y="53249"/>
                </a:lnTo>
                <a:lnTo>
                  <a:pt x="22751" y="53664"/>
                </a:lnTo>
                <a:lnTo>
                  <a:pt x="24862" y="53916"/>
                </a:lnTo>
                <a:lnTo>
                  <a:pt x="27000" y="5400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: a"/>
          <p:cNvSpPr txBox="1"/>
          <p:nvPr/>
        </p:nvSpPr>
        <p:spPr>
          <a:xfrm>
            <a:off x="30480" y="26098"/>
            <a:ext cx="78740" cy="1371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1B1B"/>
                </a:solidFill>
                <a:latin typeface="Arial" panose="020B0604020202020204"/>
              </a:rPr>
              <a:t>a</a:t>
            </a:r>
            <a:endParaRPr sz="900" b="1" i="0">
              <a:solidFill>
                <a:srgbClr val="1B1B1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WPS 演示</Application>
  <PresentationFormat>On-screen Show (4:3)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阿巴阿巴</cp:lastModifiedBy>
  <cp:revision>2</cp:revision>
  <dcterms:created xsi:type="dcterms:W3CDTF">2013-01-27T09:14:00Z</dcterms:created>
  <dcterms:modified xsi:type="dcterms:W3CDTF">2026-10-23T05:06:47Z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2052-12.1.0.28802</vt:lpwstr>
  </property>
  <property fmtid="{D5CDD505-2E9C-101B-9397-08002B2CF9AE}" pid="3" name="ICV">
    <vt:lpwstr>5BF6352B35C242D2A228D3FF3A30FCDA_12</vt:lpwstr>
  </property>
</Properties>
</file>