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4380865" cy="2011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9694"/>
    <a:srgbClr val="F2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" name="patch_3"/>
          <p:cNvSpPr/>
          <p:nvPr/>
        </p:nvSpPr>
        <p:spPr>
          <a:xfrm>
            <a:off x="1440180" y="805180"/>
            <a:ext cx="1534160" cy="114935"/>
          </a:xfrm>
          <a:custGeom>
            <a:avLst/>
            <a:gdLst/>
            <a:ahLst/>
            <a:cxnLst/>
            <a:rect l="l" t="t" r="r" b="b"/>
            <a:pathLst>
              <a:path w="2885400" h="115200">
                <a:moveTo>
                  <a:pt x="0" y="115200"/>
                </a:moveTo>
                <a:lnTo>
                  <a:pt x="2885400" y="115200"/>
                </a:lnTo>
                <a:lnTo>
                  <a:pt x="28854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8890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patch_31"/>
          <p:cNvSpPr/>
          <p:nvPr/>
        </p:nvSpPr>
        <p:spPr>
          <a:xfrm>
            <a:off x="420980" y="1776306"/>
            <a:ext cx="40640" cy="40640"/>
          </a:xfrm>
          <a:custGeom>
            <a:avLst/>
            <a:gdLst/>
            <a:ahLst/>
            <a:cxnLst/>
            <a:rect l="l" t="t" r="r" b="b"/>
            <a:pathLst>
              <a:path w="40640" h="40640">
                <a:moveTo>
                  <a:pt x="0" y="40640"/>
                </a:moveTo>
                <a:lnTo>
                  <a:pt x="20320" y="0"/>
                </a:lnTo>
                <a:lnTo>
                  <a:pt x="40640" y="40640"/>
                </a:lnTo>
                <a:close/>
              </a:path>
            </a:pathLst>
          </a:custGeom>
          <a:solidFill>
            <a:schemeClr val="tx1"/>
          </a:solidFill>
          <a:ln w="1143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文本框 186"/>
          <p:cNvSpPr txBox="1"/>
          <p:nvPr/>
        </p:nvSpPr>
        <p:spPr>
          <a:xfrm>
            <a:off x="441325" y="1867535"/>
            <a:ext cx="1420495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line2d_1"/>
          <p:cNvSpPr/>
          <p:nvPr/>
        </p:nvSpPr>
        <p:spPr>
          <a:xfrm>
            <a:off x="1440300" y="1320726"/>
            <a:ext cx="0" cy="237600"/>
          </a:xfrm>
          <a:custGeom>
            <a:avLst/>
            <a:gdLst/>
            <a:ahLst/>
            <a:cxnLst/>
            <a:rect l="l" t="t" r="r" b="b"/>
            <a:pathLst>
              <a:path h="237600">
                <a:moveTo>
                  <a:pt x="0" y="23760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C9CD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ine2d_2"/>
          <p:cNvSpPr/>
          <p:nvPr/>
        </p:nvSpPr>
        <p:spPr>
          <a:xfrm>
            <a:off x="1440300" y="957126"/>
            <a:ext cx="0" cy="248400"/>
          </a:xfrm>
          <a:custGeom>
            <a:avLst/>
            <a:gdLst/>
            <a:ahLst/>
            <a:cxnLst/>
            <a:rect l="l" t="t" r="r" b="b"/>
            <a:pathLst>
              <a:path h="248400">
                <a:moveTo>
                  <a:pt x="0" y="24840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C9CDD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92" name="组合 191"/>
          <p:cNvGrpSpPr/>
          <p:nvPr/>
        </p:nvGrpSpPr>
        <p:grpSpPr>
          <a:xfrm>
            <a:off x="2369185" y="956945"/>
            <a:ext cx="0" cy="601345"/>
            <a:chOff x="3731" y="1507"/>
            <a:chExt cx="0" cy="947"/>
          </a:xfrm>
        </p:grpSpPr>
        <p:sp>
          <p:nvSpPr>
            <p:cNvPr id="4" name="line2d_3"/>
            <p:cNvSpPr/>
            <p:nvPr/>
          </p:nvSpPr>
          <p:spPr>
            <a:xfrm>
              <a:off x="3731" y="2080"/>
              <a:ext cx="0" cy="374"/>
            </a:xfrm>
            <a:custGeom>
              <a:avLst/>
              <a:gdLst/>
              <a:ahLst/>
              <a:cxnLst/>
              <a:rect l="l" t="t" r="r" b="b"/>
              <a:pathLst>
                <a:path h="237600">
                  <a:moveTo>
                    <a:pt x="0" y="2376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C9CDD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line2d_4"/>
            <p:cNvSpPr/>
            <p:nvPr/>
          </p:nvSpPr>
          <p:spPr>
            <a:xfrm>
              <a:off x="3731" y="1507"/>
              <a:ext cx="0" cy="391"/>
            </a:xfrm>
            <a:custGeom>
              <a:avLst/>
              <a:gdLst/>
              <a:ahLst/>
              <a:cxnLst/>
              <a:rect l="l" t="t" r="r" b="b"/>
              <a:pathLst>
                <a:path h="248400">
                  <a:moveTo>
                    <a:pt x="0" y="2484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C9CDD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line2d_5"/>
          <p:cNvSpPr/>
          <p:nvPr/>
        </p:nvSpPr>
        <p:spPr>
          <a:xfrm>
            <a:off x="889500" y="1047126"/>
            <a:ext cx="504000" cy="432000"/>
          </a:xfrm>
          <a:custGeom>
            <a:avLst/>
            <a:gdLst/>
            <a:ahLst/>
            <a:cxnLst/>
            <a:rect l="l" t="t" r="r" b="b"/>
            <a:pathLst>
              <a:path w="504000" h="432000">
                <a:moveTo>
                  <a:pt x="0" y="0"/>
                </a:moveTo>
                <a:lnTo>
                  <a:pt x="0" y="432000"/>
                </a:lnTo>
                <a:lnTo>
                  <a:pt x="504000" y="432000"/>
                </a:lnTo>
              </a:path>
            </a:pathLst>
          </a:custGeom>
          <a:noFill/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2d_6"/>
          <p:cNvSpPr/>
          <p:nvPr/>
        </p:nvSpPr>
        <p:spPr>
          <a:xfrm>
            <a:off x="1987500" y="1083126"/>
            <a:ext cx="302400" cy="345600"/>
          </a:xfrm>
          <a:custGeom>
            <a:avLst/>
            <a:gdLst/>
            <a:ahLst/>
            <a:cxnLst/>
            <a:rect l="l" t="t" r="r" b="b"/>
            <a:pathLst>
              <a:path w="302400" h="345600">
                <a:moveTo>
                  <a:pt x="0" y="0"/>
                </a:moveTo>
                <a:lnTo>
                  <a:pt x="0" y="345600"/>
                </a:lnTo>
                <a:lnTo>
                  <a:pt x="302400" y="345600"/>
                </a:lnTo>
              </a:path>
            </a:pathLst>
          </a:custGeom>
          <a:noFill/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ine2d_7"/>
          <p:cNvSpPr/>
          <p:nvPr/>
        </p:nvSpPr>
        <p:spPr>
          <a:xfrm>
            <a:off x="142500" y="456726"/>
            <a:ext cx="1269000" cy="25200"/>
          </a:xfrm>
          <a:custGeom>
            <a:avLst/>
            <a:gdLst/>
            <a:ahLst/>
            <a:cxnLst/>
            <a:rect l="l" t="t" r="r" b="b"/>
            <a:pathLst>
              <a:path w="1269000" h="25200">
                <a:moveTo>
                  <a:pt x="0" y="25200"/>
                </a:moveTo>
                <a:lnTo>
                  <a:pt x="0" y="0"/>
                </a:lnTo>
                <a:lnTo>
                  <a:pt x="1269000" y="0"/>
                </a:lnTo>
                <a:lnTo>
                  <a:pt x="1269000" y="25200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ne2d_8"/>
          <p:cNvSpPr/>
          <p:nvPr/>
        </p:nvSpPr>
        <p:spPr>
          <a:xfrm>
            <a:off x="1440300" y="456726"/>
            <a:ext cx="914400" cy="25200"/>
          </a:xfrm>
          <a:custGeom>
            <a:avLst/>
            <a:gdLst/>
            <a:ahLst/>
            <a:cxnLst/>
            <a:rect l="l" t="t" r="r" b="b"/>
            <a:pathLst>
              <a:path w="914400" h="25200">
                <a:moveTo>
                  <a:pt x="0" y="25200"/>
                </a:moveTo>
                <a:lnTo>
                  <a:pt x="0" y="0"/>
                </a:lnTo>
                <a:lnTo>
                  <a:pt x="914400" y="0"/>
                </a:lnTo>
                <a:lnTo>
                  <a:pt x="914400" y="25200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2d_9"/>
          <p:cNvSpPr/>
          <p:nvPr/>
        </p:nvSpPr>
        <p:spPr>
          <a:xfrm>
            <a:off x="2383500" y="456726"/>
            <a:ext cx="1942200" cy="25200"/>
          </a:xfrm>
          <a:custGeom>
            <a:avLst/>
            <a:gdLst/>
            <a:ahLst/>
            <a:cxnLst/>
            <a:rect l="l" t="t" r="r" b="b"/>
            <a:pathLst>
              <a:path w="1942200" h="25200">
                <a:moveTo>
                  <a:pt x="0" y="25200"/>
                </a:moveTo>
                <a:lnTo>
                  <a:pt x="0" y="0"/>
                </a:lnTo>
                <a:lnTo>
                  <a:pt x="1942200" y="0"/>
                </a:lnTo>
                <a:lnTo>
                  <a:pt x="1942200" y="25200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tch_2"/>
          <p:cNvSpPr/>
          <p:nvPr/>
        </p:nvSpPr>
        <p:spPr>
          <a:xfrm>
            <a:off x="142500" y="507126"/>
            <a:ext cx="4183200" cy="115200"/>
          </a:xfrm>
          <a:custGeom>
            <a:avLst/>
            <a:gdLst/>
            <a:ahLst/>
            <a:cxnLst/>
            <a:rect l="l" t="t" r="r" b="b"/>
            <a:pathLst>
              <a:path w="4183200" h="115200">
                <a:moveTo>
                  <a:pt x="0" y="115200"/>
                </a:moveTo>
                <a:lnTo>
                  <a:pt x="4183200" y="115200"/>
                </a:lnTo>
                <a:lnTo>
                  <a:pt x="418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5DEF0"/>
          </a:solidFill>
          <a:ln w="8890">
            <a:solidFill>
              <a:srgbClr val="304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ch_3"/>
          <p:cNvSpPr/>
          <p:nvPr/>
        </p:nvSpPr>
        <p:spPr>
          <a:xfrm>
            <a:off x="1440300" y="667641"/>
            <a:ext cx="2885400" cy="115200"/>
          </a:xfrm>
          <a:custGeom>
            <a:avLst/>
            <a:gdLst/>
            <a:ahLst/>
            <a:cxnLst/>
            <a:rect l="l" t="t" r="r" b="b"/>
            <a:pathLst>
              <a:path w="2885400" h="115200">
                <a:moveTo>
                  <a:pt x="0" y="115200"/>
                </a:moveTo>
                <a:lnTo>
                  <a:pt x="2885400" y="115200"/>
                </a:lnTo>
                <a:lnTo>
                  <a:pt x="2885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DCDB"/>
          </a:solidFill>
          <a:ln w="8890">
            <a:solidFill>
              <a:srgbClr val="D996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ine2d_10"/>
          <p:cNvSpPr/>
          <p:nvPr/>
        </p:nvSpPr>
        <p:spPr>
          <a:xfrm>
            <a:off x="907500" y="1065207"/>
            <a:ext cx="468000" cy="377919"/>
          </a:xfrm>
          <a:custGeom>
            <a:avLst/>
            <a:gdLst/>
            <a:ahLst/>
            <a:cxnLst/>
            <a:rect l="l" t="t" r="r" b="b"/>
            <a:pathLst>
              <a:path w="468000" h="377919">
                <a:moveTo>
                  <a:pt x="0" y="377919"/>
                </a:moveTo>
                <a:lnTo>
                  <a:pt x="7932" y="363336"/>
                </a:lnTo>
                <a:lnTo>
                  <a:pt x="15864" y="348755"/>
                </a:lnTo>
                <a:lnTo>
                  <a:pt x="23797" y="334175"/>
                </a:lnTo>
                <a:lnTo>
                  <a:pt x="31729" y="319599"/>
                </a:lnTo>
                <a:lnTo>
                  <a:pt x="39661" y="305025"/>
                </a:lnTo>
                <a:lnTo>
                  <a:pt x="47593" y="290456"/>
                </a:lnTo>
                <a:lnTo>
                  <a:pt x="55525" y="275891"/>
                </a:lnTo>
                <a:lnTo>
                  <a:pt x="63458" y="261334"/>
                </a:lnTo>
                <a:lnTo>
                  <a:pt x="71390" y="246785"/>
                </a:lnTo>
                <a:lnTo>
                  <a:pt x="79322" y="232247"/>
                </a:lnTo>
                <a:lnTo>
                  <a:pt x="87254" y="217723"/>
                </a:lnTo>
                <a:lnTo>
                  <a:pt x="95186" y="203217"/>
                </a:lnTo>
                <a:lnTo>
                  <a:pt x="103119" y="188733"/>
                </a:lnTo>
                <a:lnTo>
                  <a:pt x="111051" y="174273"/>
                </a:lnTo>
                <a:lnTo>
                  <a:pt x="118983" y="159833"/>
                </a:lnTo>
                <a:lnTo>
                  <a:pt x="126915" y="145388"/>
                </a:lnTo>
                <a:lnTo>
                  <a:pt x="134847" y="130845"/>
                </a:lnTo>
                <a:lnTo>
                  <a:pt x="142780" y="115934"/>
                </a:lnTo>
                <a:lnTo>
                  <a:pt x="150712" y="99921"/>
                </a:lnTo>
                <a:lnTo>
                  <a:pt x="158644" y="81284"/>
                </a:lnTo>
                <a:lnTo>
                  <a:pt x="166576" y="59287"/>
                </a:lnTo>
                <a:lnTo>
                  <a:pt x="174508" y="37098"/>
                </a:lnTo>
                <a:lnTo>
                  <a:pt x="182441" y="18736"/>
                </a:lnTo>
                <a:lnTo>
                  <a:pt x="190373" y="6666"/>
                </a:lnTo>
                <a:lnTo>
                  <a:pt x="198305" y="1007"/>
                </a:lnTo>
                <a:lnTo>
                  <a:pt x="206237" y="0"/>
                </a:lnTo>
                <a:lnTo>
                  <a:pt x="214169" y="1907"/>
                </a:lnTo>
                <a:lnTo>
                  <a:pt x="222102" y="5762"/>
                </a:lnTo>
                <a:lnTo>
                  <a:pt x="230034" y="11126"/>
                </a:lnTo>
                <a:lnTo>
                  <a:pt x="237966" y="17766"/>
                </a:lnTo>
                <a:lnTo>
                  <a:pt x="245898" y="25494"/>
                </a:lnTo>
                <a:lnTo>
                  <a:pt x="253831" y="34127"/>
                </a:lnTo>
                <a:lnTo>
                  <a:pt x="261763" y="43492"/>
                </a:lnTo>
                <a:lnTo>
                  <a:pt x="269695" y="53439"/>
                </a:lnTo>
                <a:lnTo>
                  <a:pt x="277627" y="63847"/>
                </a:lnTo>
                <a:lnTo>
                  <a:pt x="285559" y="74623"/>
                </a:lnTo>
                <a:lnTo>
                  <a:pt x="293492" y="85698"/>
                </a:lnTo>
                <a:lnTo>
                  <a:pt x="301424" y="97025"/>
                </a:lnTo>
                <a:lnTo>
                  <a:pt x="309356" y="108567"/>
                </a:lnTo>
                <a:lnTo>
                  <a:pt x="317288" y="120301"/>
                </a:lnTo>
                <a:lnTo>
                  <a:pt x="325220" y="132209"/>
                </a:lnTo>
                <a:lnTo>
                  <a:pt x="333153" y="144278"/>
                </a:lnTo>
                <a:lnTo>
                  <a:pt x="341085" y="156499"/>
                </a:lnTo>
                <a:lnTo>
                  <a:pt x="349017" y="168866"/>
                </a:lnTo>
                <a:lnTo>
                  <a:pt x="356949" y="181372"/>
                </a:lnTo>
                <a:lnTo>
                  <a:pt x="364881" y="194014"/>
                </a:lnTo>
                <a:lnTo>
                  <a:pt x="372814" y="206789"/>
                </a:lnTo>
                <a:lnTo>
                  <a:pt x="380746" y="219696"/>
                </a:lnTo>
                <a:lnTo>
                  <a:pt x="388678" y="232734"/>
                </a:lnTo>
                <a:lnTo>
                  <a:pt x="396610" y="245903"/>
                </a:lnTo>
                <a:lnTo>
                  <a:pt x="404542" y="259204"/>
                </a:lnTo>
                <a:lnTo>
                  <a:pt x="412475" y="272641"/>
                </a:lnTo>
                <a:lnTo>
                  <a:pt x="420407" y="286216"/>
                </a:lnTo>
                <a:lnTo>
                  <a:pt x="428339" y="299932"/>
                </a:lnTo>
                <a:lnTo>
                  <a:pt x="436271" y="313793"/>
                </a:lnTo>
                <a:lnTo>
                  <a:pt x="444203" y="327803"/>
                </a:lnTo>
                <a:lnTo>
                  <a:pt x="452136" y="341967"/>
                </a:lnTo>
                <a:lnTo>
                  <a:pt x="460068" y="356288"/>
                </a:lnTo>
                <a:lnTo>
                  <a:pt x="468000" y="370769"/>
                </a:lnTo>
              </a:path>
            </a:pathLst>
          </a:custGeom>
          <a:noFill/>
          <a:ln w="1143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atch_5"/>
          <p:cNvSpPr/>
          <p:nvPr/>
        </p:nvSpPr>
        <p:spPr>
          <a:xfrm>
            <a:off x="1670700" y="1097526"/>
            <a:ext cx="216000" cy="331200"/>
          </a:xfrm>
          <a:custGeom>
            <a:avLst/>
            <a:gdLst/>
            <a:ahLst/>
            <a:cxnLst/>
            <a:rect l="l" t="t" r="r" b="b"/>
            <a:pathLst>
              <a:path w="216000" h="331200">
                <a:moveTo>
                  <a:pt x="32400" y="331200"/>
                </a:moveTo>
                <a:lnTo>
                  <a:pt x="183600" y="331200"/>
                </a:lnTo>
                <a:lnTo>
                  <a:pt x="189756" y="330876"/>
                </a:lnTo>
                <a:lnTo>
                  <a:pt x="195264" y="329904"/>
                </a:lnTo>
                <a:lnTo>
                  <a:pt x="200124" y="328284"/>
                </a:lnTo>
                <a:lnTo>
                  <a:pt x="204336" y="326016"/>
                </a:lnTo>
                <a:lnTo>
                  <a:pt x="207900" y="323100"/>
                </a:lnTo>
                <a:lnTo>
                  <a:pt x="210816" y="319536"/>
                </a:lnTo>
                <a:lnTo>
                  <a:pt x="213084" y="315324"/>
                </a:lnTo>
                <a:lnTo>
                  <a:pt x="214704" y="310464"/>
                </a:lnTo>
                <a:lnTo>
                  <a:pt x="215676" y="304956"/>
                </a:lnTo>
                <a:lnTo>
                  <a:pt x="216000" y="298800"/>
                </a:lnTo>
                <a:lnTo>
                  <a:pt x="216000" y="32400"/>
                </a:lnTo>
                <a:lnTo>
                  <a:pt x="215676" y="26244"/>
                </a:lnTo>
                <a:lnTo>
                  <a:pt x="214704" y="20736"/>
                </a:lnTo>
                <a:lnTo>
                  <a:pt x="213084" y="15876"/>
                </a:lnTo>
                <a:lnTo>
                  <a:pt x="210816" y="11664"/>
                </a:lnTo>
                <a:lnTo>
                  <a:pt x="207900" y="8100"/>
                </a:lnTo>
                <a:lnTo>
                  <a:pt x="204336" y="5184"/>
                </a:lnTo>
                <a:lnTo>
                  <a:pt x="200124" y="2916"/>
                </a:lnTo>
                <a:lnTo>
                  <a:pt x="195264" y="1296"/>
                </a:lnTo>
                <a:lnTo>
                  <a:pt x="189756" y="324"/>
                </a:lnTo>
                <a:lnTo>
                  <a:pt x="183600" y="0"/>
                </a:lnTo>
                <a:lnTo>
                  <a:pt x="32400" y="0"/>
                </a:lnTo>
                <a:lnTo>
                  <a:pt x="26244" y="324"/>
                </a:lnTo>
                <a:lnTo>
                  <a:pt x="20736" y="1296"/>
                </a:lnTo>
                <a:lnTo>
                  <a:pt x="15876" y="2916"/>
                </a:lnTo>
                <a:lnTo>
                  <a:pt x="11664" y="5184"/>
                </a:lnTo>
                <a:lnTo>
                  <a:pt x="8100" y="8100"/>
                </a:lnTo>
                <a:lnTo>
                  <a:pt x="5184" y="11664"/>
                </a:lnTo>
                <a:lnTo>
                  <a:pt x="2916" y="15876"/>
                </a:lnTo>
                <a:lnTo>
                  <a:pt x="1296" y="20736"/>
                </a:lnTo>
                <a:lnTo>
                  <a:pt x="324" y="26244"/>
                </a:lnTo>
                <a:lnTo>
                  <a:pt x="0" y="32400"/>
                </a:lnTo>
                <a:lnTo>
                  <a:pt x="0" y="298800"/>
                </a:lnTo>
                <a:lnTo>
                  <a:pt x="324" y="304956"/>
                </a:lnTo>
                <a:lnTo>
                  <a:pt x="1296" y="310464"/>
                </a:lnTo>
                <a:lnTo>
                  <a:pt x="2916" y="315324"/>
                </a:lnTo>
                <a:lnTo>
                  <a:pt x="5184" y="319536"/>
                </a:lnTo>
                <a:lnTo>
                  <a:pt x="8100" y="323100"/>
                </a:lnTo>
                <a:lnTo>
                  <a:pt x="11664" y="326016"/>
                </a:lnTo>
                <a:lnTo>
                  <a:pt x="15876" y="328284"/>
                </a:lnTo>
                <a:lnTo>
                  <a:pt x="20736" y="329904"/>
                </a:lnTo>
                <a:lnTo>
                  <a:pt x="26244" y="330876"/>
                </a:lnTo>
                <a:lnTo>
                  <a:pt x="32400" y="331200"/>
                </a:lnTo>
                <a:close/>
              </a:path>
            </a:pathLst>
          </a:custGeom>
          <a:solidFill>
            <a:srgbClr val="F3F1F0"/>
          </a:solidFill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ne2d_11"/>
          <p:cNvSpPr/>
          <p:nvPr/>
        </p:nvSpPr>
        <p:spPr>
          <a:xfrm>
            <a:off x="1998300" y="1155385"/>
            <a:ext cx="273600" cy="273341"/>
          </a:xfrm>
          <a:custGeom>
            <a:avLst/>
            <a:gdLst/>
            <a:ahLst/>
            <a:cxnLst/>
            <a:rect l="l" t="t" r="r" b="b"/>
            <a:pathLst>
              <a:path w="273600" h="273341">
                <a:moveTo>
                  <a:pt x="0" y="273341"/>
                </a:moveTo>
                <a:lnTo>
                  <a:pt x="29764" y="272217"/>
                </a:lnTo>
                <a:lnTo>
                  <a:pt x="34343" y="269069"/>
                </a:lnTo>
                <a:lnTo>
                  <a:pt x="37777" y="263402"/>
                </a:lnTo>
                <a:lnTo>
                  <a:pt x="42356" y="248491"/>
                </a:lnTo>
                <a:lnTo>
                  <a:pt x="49225" y="210618"/>
                </a:lnTo>
                <a:lnTo>
                  <a:pt x="54949" y="183421"/>
                </a:lnTo>
                <a:lnTo>
                  <a:pt x="57238" y="179811"/>
                </a:lnTo>
                <a:lnTo>
                  <a:pt x="59528" y="181706"/>
                </a:lnTo>
                <a:lnTo>
                  <a:pt x="62962" y="193908"/>
                </a:lnTo>
                <a:lnTo>
                  <a:pt x="77844" y="264316"/>
                </a:lnTo>
                <a:lnTo>
                  <a:pt x="82423" y="270562"/>
                </a:lnTo>
                <a:lnTo>
                  <a:pt x="88147" y="272884"/>
                </a:lnTo>
                <a:lnTo>
                  <a:pt x="98450" y="273057"/>
                </a:lnTo>
                <a:lnTo>
                  <a:pt x="104174" y="271108"/>
                </a:lnTo>
                <a:lnTo>
                  <a:pt x="107608" y="266828"/>
                </a:lnTo>
                <a:lnTo>
                  <a:pt x="111043" y="256735"/>
                </a:lnTo>
                <a:lnTo>
                  <a:pt x="114477" y="236338"/>
                </a:lnTo>
                <a:lnTo>
                  <a:pt x="119056" y="185989"/>
                </a:lnTo>
                <a:lnTo>
                  <a:pt x="132793" y="0"/>
                </a:lnTo>
                <a:lnTo>
                  <a:pt x="133938" y="591"/>
                </a:lnTo>
                <a:lnTo>
                  <a:pt x="136228" y="13687"/>
                </a:lnTo>
                <a:lnTo>
                  <a:pt x="139662" y="57756"/>
                </a:lnTo>
                <a:lnTo>
                  <a:pt x="151110" y="229478"/>
                </a:lnTo>
                <a:lnTo>
                  <a:pt x="155689" y="258080"/>
                </a:lnTo>
                <a:lnTo>
                  <a:pt x="160268" y="269162"/>
                </a:lnTo>
                <a:lnTo>
                  <a:pt x="164847" y="272438"/>
                </a:lnTo>
                <a:lnTo>
                  <a:pt x="172860" y="273212"/>
                </a:lnTo>
                <a:lnTo>
                  <a:pt x="180874" y="271577"/>
                </a:lnTo>
                <a:lnTo>
                  <a:pt x="184308" y="268412"/>
                </a:lnTo>
                <a:lnTo>
                  <a:pt x="187742" y="261306"/>
                </a:lnTo>
                <a:lnTo>
                  <a:pt x="191177" y="247653"/>
                </a:lnTo>
                <a:lnTo>
                  <a:pt x="195756" y="216087"/>
                </a:lnTo>
                <a:lnTo>
                  <a:pt x="207203" y="124325"/>
                </a:lnTo>
                <a:lnTo>
                  <a:pt x="209493" y="122555"/>
                </a:lnTo>
                <a:lnTo>
                  <a:pt x="211782" y="129625"/>
                </a:lnTo>
                <a:lnTo>
                  <a:pt x="215217" y="153806"/>
                </a:lnTo>
                <a:lnTo>
                  <a:pt x="226664" y="248877"/>
                </a:lnTo>
                <a:lnTo>
                  <a:pt x="231244" y="264809"/>
                </a:lnTo>
                <a:lnTo>
                  <a:pt x="235823" y="270999"/>
                </a:lnTo>
                <a:lnTo>
                  <a:pt x="241546" y="273009"/>
                </a:lnTo>
                <a:lnTo>
                  <a:pt x="257573" y="273341"/>
                </a:lnTo>
                <a:lnTo>
                  <a:pt x="273600" y="273341"/>
                </a:lnTo>
                <a:lnTo>
                  <a:pt x="273600" y="273341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tch_6"/>
          <p:cNvSpPr/>
          <p:nvPr/>
        </p:nvSpPr>
        <p:spPr>
          <a:xfrm>
            <a:off x="2572500" y="1047126"/>
            <a:ext cx="288000" cy="432000"/>
          </a:xfrm>
          <a:custGeom>
            <a:avLst/>
            <a:gdLst/>
            <a:ahLst/>
            <a:cxnLst/>
            <a:rect l="l" t="t" r="r" b="b"/>
            <a:pathLst>
              <a:path w="288000" h="432000">
                <a:moveTo>
                  <a:pt x="79200" y="432000"/>
                </a:moveTo>
                <a:lnTo>
                  <a:pt x="208800" y="432000"/>
                </a:lnTo>
                <a:lnTo>
                  <a:pt x="223848" y="431208"/>
                </a:lnTo>
                <a:lnTo>
                  <a:pt x="237312" y="428832"/>
                </a:lnTo>
                <a:lnTo>
                  <a:pt x="249192" y="424872"/>
                </a:lnTo>
                <a:lnTo>
                  <a:pt x="259488" y="419328"/>
                </a:lnTo>
                <a:lnTo>
                  <a:pt x="268200" y="412200"/>
                </a:lnTo>
                <a:lnTo>
                  <a:pt x="275328" y="403488"/>
                </a:lnTo>
                <a:lnTo>
                  <a:pt x="280872" y="393192"/>
                </a:lnTo>
                <a:lnTo>
                  <a:pt x="284832" y="381312"/>
                </a:lnTo>
                <a:lnTo>
                  <a:pt x="287208" y="367848"/>
                </a:lnTo>
                <a:lnTo>
                  <a:pt x="288000" y="352800"/>
                </a:lnTo>
                <a:lnTo>
                  <a:pt x="288000" y="79200"/>
                </a:lnTo>
                <a:lnTo>
                  <a:pt x="287208" y="64152"/>
                </a:lnTo>
                <a:lnTo>
                  <a:pt x="284832" y="50688"/>
                </a:lnTo>
                <a:lnTo>
                  <a:pt x="280872" y="38808"/>
                </a:lnTo>
                <a:lnTo>
                  <a:pt x="275328" y="28512"/>
                </a:lnTo>
                <a:lnTo>
                  <a:pt x="268200" y="19800"/>
                </a:lnTo>
                <a:lnTo>
                  <a:pt x="259488" y="12672"/>
                </a:lnTo>
                <a:lnTo>
                  <a:pt x="249192" y="7128"/>
                </a:lnTo>
                <a:lnTo>
                  <a:pt x="237312" y="3168"/>
                </a:lnTo>
                <a:lnTo>
                  <a:pt x="223848" y="792"/>
                </a:lnTo>
                <a:lnTo>
                  <a:pt x="208800" y="0"/>
                </a:lnTo>
                <a:lnTo>
                  <a:pt x="79200" y="0"/>
                </a:lnTo>
                <a:lnTo>
                  <a:pt x="64152" y="792"/>
                </a:lnTo>
                <a:lnTo>
                  <a:pt x="50688" y="3168"/>
                </a:lnTo>
                <a:lnTo>
                  <a:pt x="38808" y="7128"/>
                </a:lnTo>
                <a:lnTo>
                  <a:pt x="28512" y="12672"/>
                </a:lnTo>
                <a:lnTo>
                  <a:pt x="19800" y="19800"/>
                </a:lnTo>
                <a:lnTo>
                  <a:pt x="12672" y="28512"/>
                </a:lnTo>
                <a:lnTo>
                  <a:pt x="7128" y="38808"/>
                </a:lnTo>
                <a:lnTo>
                  <a:pt x="3168" y="50688"/>
                </a:lnTo>
                <a:lnTo>
                  <a:pt x="792" y="64152"/>
                </a:lnTo>
                <a:lnTo>
                  <a:pt x="0" y="79200"/>
                </a:lnTo>
                <a:lnTo>
                  <a:pt x="0" y="352800"/>
                </a:lnTo>
                <a:lnTo>
                  <a:pt x="792" y="367848"/>
                </a:lnTo>
                <a:lnTo>
                  <a:pt x="3168" y="381312"/>
                </a:lnTo>
                <a:lnTo>
                  <a:pt x="7128" y="393192"/>
                </a:lnTo>
                <a:lnTo>
                  <a:pt x="12672" y="403488"/>
                </a:lnTo>
                <a:lnTo>
                  <a:pt x="19800" y="412200"/>
                </a:lnTo>
                <a:lnTo>
                  <a:pt x="28512" y="419328"/>
                </a:lnTo>
                <a:lnTo>
                  <a:pt x="38808" y="424872"/>
                </a:lnTo>
                <a:lnTo>
                  <a:pt x="50688" y="428832"/>
                </a:lnTo>
                <a:lnTo>
                  <a:pt x="64152" y="431208"/>
                </a:lnTo>
                <a:lnTo>
                  <a:pt x="79200" y="43200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tch_7"/>
          <p:cNvSpPr/>
          <p:nvPr/>
        </p:nvSpPr>
        <p:spPr>
          <a:xfrm>
            <a:off x="3090900" y="1162326"/>
            <a:ext cx="151200" cy="201600"/>
          </a:xfrm>
          <a:custGeom>
            <a:avLst/>
            <a:gdLst/>
            <a:ahLst/>
            <a:cxnLst/>
            <a:rect l="l" t="t" r="r" b="b"/>
            <a:pathLst>
              <a:path w="151200" h="201600">
                <a:moveTo>
                  <a:pt x="0" y="201600"/>
                </a:moveTo>
                <a:lnTo>
                  <a:pt x="0" y="0"/>
                </a:lnTo>
                <a:lnTo>
                  <a:pt x="151200" y="43200"/>
                </a:lnTo>
                <a:lnTo>
                  <a:pt x="151200" y="15840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tch_8"/>
          <p:cNvSpPr/>
          <p:nvPr/>
        </p:nvSpPr>
        <p:spPr>
          <a:xfrm>
            <a:off x="3353700" y="1090326"/>
            <a:ext cx="100800" cy="345600"/>
          </a:xfrm>
          <a:custGeom>
            <a:avLst/>
            <a:gdLst/>
            <a:ahLst/>
            <a:cxnLst/>
            <a:rect l="l" t="t" r="r" b="b"/>
            <a:pathLst>
              <a:path w="100800" h="345600">
                <a:moveTo>
                  <a:pt x="0" y="345600"/>
                </a:moveTo>
                <a:lnTo>
                  <a:pt x="100800" y="345600"/>
                </a:lnTo>
                <a:lnTo>
                  <a:pt x="10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tch_9"/>
          <p:cNvSpPr/>
          <p:nvPr/>
        </p:nvSpPr>
        <p:spPr>
          <a:xfrm>
            <a:off x="3566100" y="1137126"/>
            <a:ext cx="136800" cy="252000"/>
          </a:xfrm>
          <a:custGeom>
            <a:avLst/>
            <a:gdLst/>
            <a:ahLst/>
            <a:cxnLst/>
            <a:rect l="l" t="t" r="r" b="b"/>
            <a:pathLst>
              <a:path w="136800" h="252000">
                <a:moveTo>
                  <a:pt x="43200" y="252000"/>
                </a:moveTo>
                <a:lnTo>
                  <a:pt x="93600" y="252000"/>
                </a:lnTo>
                <a:lnTo>
                  <a:pt x="101808" y="251568"/>
                </a:lnTo>
                <a:lnTo>
                  <a:pt x="109152" y="250272"/>
                </a:lnTo>
                <a:lnTo>
                  <a:pt x="115632" y="248112"/>
                </a:lnTo>
                <a:lnTo>
                  <a:pt x="121248" y="245088"/>
                </a:lnTo>
                <a:lnTo>
                  <a:pt x="126000" y="241200"/>
                </a:lnTo>
                <a:lnTo>
                  <a:pt x="129888" y="236448"/>
                </a:lnTo>
                <a:lnTo>
                  <a:pt x="132912" y="230832"/>
                </a:lnTo>
                <a:lnTo>
                  <a:pt x="135072" y="224352"/>
                </a:lnTo>
                <a:lnTo>
                  <a:pt x="136368" y="217008"/>
                </a:lnTo>
                <a:lnTo>
                  <a:pt x="136800" y="208800"/>
                </a:lnTo>
                <a:lnTo>
                  <a:pt x="136800" y="43200"/>
                </a:lnTo>
                <a:lnTo>
                  <a:pt x="136368" y="34992"/>
                </a:lnTo>
                <a:lnTo>
                  <a:pt x="135072" y="27648"/>
                </a:lnTo>
                <a:lnTo>
                  <a:pt x="132912" y="21168"/>
                </a:lnTo>
                <a:lnTo>
                  <a:pt x="129888" y="15552"/>
                </a:lnTo>
                <a:lnTo>
                  <a:pt x="126000" y="10800"/>
                </a:lnTo>
                <a:lnTo>
                  <a:pt x="121248" y="6912"/>
                </a:lnTo>
                <a:lnTo>
                  <a:pt x="115632" y="3888"/>
                </a:lnTo>
                <a:lnTo>
                  <a:pt x="109152" y="1728"/>
                </a:lnTo>
                <a:lnTo>
                  <a:pt x="101808" y="432"/>
                </a:lnTo>
                <a:lnTo>
                  <a:pt x="93600" y="0"/>
                </a:lnTo>
                <a:lnTo>
                  <a:pt x="43200" y="0"/>
                </a:lnTo>
                <a:lnTo>
                  <a:pt x="34992" y="432"/>
                </a:lnTo>
                <a:lnTo>
                  <a:pt x="27648" y="1728"/>
                </a:lnTo>
                <a:lnTo>
                  <a:pt x="21168" y="3888"/>
                </a:lnTo>
                <a:lnTo>
                  <a:pt x="15552" y="6912"/>
                </a:lnTo>
                <a:lnTo>
                  <a:pt x="10800" y="10800"/>
                </a:lnTo>
                <a:lnTo>
                  <a:pt x="6912" y="15552"/>
                </a:lnTo>
                <a:lnTo>
                  <a:pt x="3888" y="21168"/>
                </a:lnTo>
                <a:lnTo>
                  <a:pt x="1728" y="27648"/>
                </a:lnTo>
                <a:lnTo>
                  <a:pt x="432" y="34992"/>
                </a:lnTo>
                <a:lnTo>
                  <a:pt x="0" y="43200"/>
                </a:lnTo>
                <a:lnTo>
                  <a:pt x="0" y="208800"/>
                </a:lnTo>
                <a:lnTo>
                  <a:pt x="432" y="217008"/>
                </a:lnTo>
                <a:lnTo>
                  <a:pt x="1728" y="224352"/>
                </a:lnTo>
                <a:lnTo>
                  <a:pt x="3888" y="230832"/>
                </a:lnTo>
                <a:lnTo>
                  <a:pt x="6912" y="236448"/>
                </a:lnTo>
                <a:lnTo>
                  <a:pt x="10800" y="241200"/>
                </a:lnTo>
                <a:lnTo>
                  <a:pt x="15552" y="245088"/>
                </a:lnTo>
                <a:lnTo>
                  <a:pt x="21168" y="248112"/>
                </a:lnTo>
                <a:lnTo>
                  <a:pt x="27648" y="250272"/>
                </a:lnTo>
                <a:lnTo>
                  <a:pt x="34992" y="251568"/>
                </a:lnTo>
                <a:lnTo>
                  <a:pt x="43200" y="25200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ine2d_12"/>
          <p:cNvSpPr/>
          <p:nvPr/>
        </p:nvSpPr>
        <p:spPr>
          <a:xfrm>
            <a:off x="3166500" y="1047126"/>
            <a:ext cx="468000" cy="115200"/>
          </a:xfrm>
          <a:custGeom>
            <a:avLst/>
            <a:gdLst/>
            <a:ahLst/>
            <a:cxnLst/>
            <a:rect l="l" t="t" r="r" b="b"/>
            <a:pathLst>
              <a:path w="468000" h="115200">
                <a:moveTo>
                  <a:pt x="468000" y="90000"/>
                </a:moveTo>
                <a:lnTo>
                  <a:pt x="468000" y="0"/>
                </a:lnTo>
                <a:lnTo>
                  <a:pt x="0" y="0"/>
                </a:lnTo>
                <a:lnTo>
                  <a:pt x="0" y="115200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tch_10"/>
          <p:cNvSpPr/>
          <p:nvPr/>
        </p:nvSpPr>
        <p:spPr>
          <a:xfrm>
            <a:off x="3938700" y="1222982"/>
            <a:ext cx="230400" cy="256144"/>
          </a:xfrm>
          <a:custGeom>
            <a:avLst/>
            <a:gdLst/>
            <a:ahLst/>
            <a:cxnLst/>
            <a:rect l="l" t="t" r="r" b="b"/>
            <a:pathLst>
              <a:path w="230400" h="256144">
                <a:moveTo>
                  <a:pt x="0" y="256144"/>
                </a:moveTo>
                <a:lnTo>
                  <a:pt x="230400" y="256144"/>
                </a:lnTo>
                <a:lnTo>
                  <a:pt x="23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6CCD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tch_11"/>
          <p:cNvSpPr/>
          <p:nvPr/>
        </p:nvSpPr>
        <p:spPr>
          <a:xfrm>
            <a:off x="3938700" y="1115795"/>
            <a:ext cx="230400" cy="107187"/>
          </a:xfrm>
          <a:custGeom>
            <a:avLst/>
            <a:gdLst/>
            <a:ahLst/>
            <a:cxnLst/>
            <a:rect l="l" t="t" r="r" b="b"/>
            <a:pathLst>
              <a:path w="230400" h="107187">
                <a:moveTo>
                  <a:pt x="0" y="107187"/>
                </a:moveTo>
                <a:lnTo>
                  <a:pt x="230400" y="107187"/>
                </a:lnTo>
                <a:lnTo>
                  <a:pt x="23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DACC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atch_12"/>
          <p:cNvSpPr/>
          <p:nvPr/>
        </p:nvSpPr>
        <p:spPr>
          <a:xfrm>
            <a:off x="3938700" y="1079182"/>
            <a:ext cx="230400" cy="36613"/>
          </a:xfrm>
          <a:custGeom>
            <a:avLst/>
            <a:gdLst/>
            <a:ahLst/>
            <a:cxnLst/>
            <a:rect l="l" t="t" r="r" b="b"/>
            <a:pathLst>
              <a:path w="230400" h="36613">
                <a:moveTo>
                  <a:pt x="0" y="36613"/>
                </a:moveTo>
                <a:lnTo>
                  <a:pt x="230400" y="36613"/>
                </a:lnTo>
                <a:lnTo>
                  <a:pt x="23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BD7C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atch_13"/>
          <p:cNvSpPr/>
          <p:nvPr/>
        </p:nvSpPr>
        <p:spPr>
          <a:xfrm>
            <a:off x="3938700" y="1047126"/>
            <a:ext cx="230400" cy="32056"/>
          </a:xfrm>
          <a:custGeom>
            <a:avLst/>
            <a:gdLst/>
            <a:ahLst/>
            <a:cxnLst/>
            <a:rect l="l" t="t" r="r" b="b"/>
            <a:pathLst>
              <a:path w="230400" h="32056">
                <a:moveTo>
                  <a:pt x="0" y="32056"/>
                </a:moveTo>
                <a:lnTo>
                  <a:pt x="230400" y="32056"/>
                </a:lnTo>
                <a:lnTo>
                  <a:pt x="230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CBF9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ine2d_13"/>
          <p:cNvSpPr/>
          <p:nvPr/>
        </p:nvSpPr>
        <p:spPr>
          <a:xfrm>
            <a:off x="441300" y="1845486"/>
            <a:ext cx="3612600" cy="113400"/>
          </a:xfrm>
          <a:custGeom>
            <a:avLst/>
            <a:gdLst/>
            <a:ahLst/>
            <a:cxnLst/>
            <a:rect l="l" t="t" r="r" b="b"/>
            <a:pathLst>
              <a:path w="3612600" h="113400">
                <a:moveTo>
                  <a:pt x="3612600" y="10800"/>
                </a:moveTo>
                <a:lnTo>
                  <a:pt x="3612600" y="113400"/>
                </a:lnTo>
                <a:lnTo>
                  <a:pt x="0" y="11340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Atomic optimum"/>
          <p:cNvSpPr txBox="1"/>
          <p:nvPr/>
        </p:nvSpPr>
        <p:spPr>
          <a:xfrm>
            <a:off x="437059" y="250158"/>
            <a:ext cx="742111" cy="106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Atomic optimum</a:t>
            </a:r>
            <a:endParaRPr sz="7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2" name="text: descriptor,"/>
          <p:cNvSpPr txBox="1"/>
          <p:nvPr/>
        </p:nvSpPr>
        <p:spPr>
          <a:xfrm>
            <a:off x="365760" y="356553"/>
            <a:ext cx="1235075" cy="84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550" b="0" i="0">
                <a:solidFill>
                  <a:srgbClr val="5F646C"/>
                </a:solidFill>
                <a:latin typeface="Arial" panose="020B0604020202020204"/>
              </a:rPr>
              <a:t>D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escriptor,</a:t>
            </a:r>
            <a:r>
              <a:rPr lang="en-US" sz="550" b="0" i="0">
                <a:solidFill>
                  <a:srgbClr val="5F646C"/>
                </a:solidFill>
                <a:latin typeface="Arial" panose="020B0604020202020204"/>
              </a:rPr>
              <a:t> </a:t>
            </a:r>
            <a:r>
              <a:rPr sz="550">
                <a:solidFill>
                  <a:srgbClr val="5F646C"/>
                </a:solidFill>
                <a:latin typeface="Arial" panose="020B0604020202020204"/>
                <a:sym typeface="+mn-ea"/>
              </a:rPr>
              <a:t>intrinsic turnover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34" name="text: Laboratory optimum"/>
          <p:cNvSpPr txBox="1"/>
          <p:nvPr/>
        </p:nvSpPr>
        <p:spPr>
          <a:xfrm>
            <a:off x="1442852" y="250158"/>
            <a:ext cx="911834" cy="106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Laboratory optimum</a:t>
            </a:r>
            <a:endParaRPr sz="7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5" name="text: measured activity,"/>
          <p:cNvSpPr txBox="1"/>
          <p:nvPr/>
        </p:nvSpPr>
        <p:spPr>
          <a:xfrm>
            <a:off x="1415019" y="357072"/>
            <a:ext cx="939800" cy="844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550" b="0" i="0">
                <a:solidFill>
                  <a:srgbClr val="5F646C"/>
                </a:solidFill>
                <a:latin typeface="Arial" panose="020B0604020202020204"/>
              </a:rPr>
              <a:t>A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ctivity,</a:t>
            </a:r>
            <a:r>
              <a:rPr lang="en-US" sz="550" b="0" i="0">
                <a:solidFill>
                  <a:srgbClr val="5F646C"/>
                </a:solidFill>
                <a:latin typeface="Arial" panose="020B0604020202020204"/>
              </a:rPr>
              <a:t> </a:t>
            </a:r>
            <a:r>
              <a:rPr sz="550">
                <a:solidFill>
                  <a:srgbClr val="5F646C"/>
                </a:solidFill>
                <a:latin typeface="Arial" panose="020B0604020202020204"/>
                <a:sym typeface="+mn-ea"/>
              </a:rPr>
              <a:t>STY at test conditions</a:t>
            </a:r>
            <a:endParaRPr lang="en-US"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37" name="text: Plant-level optimum"/>
          <p:cNvSpPr txBox="1"/>
          <p:nvPr/>
        </p:nvSpPr>
        <p:spPr>
          <a:xfrm>
            <a:off x="2939868" y="250158"/>
            <a:ext cx="891692" cy="106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Plant-level optimum</a:t>
            </a:r>
            <a:endParaRPr sz="7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8" name="text: lowest cost after process"/>
          <p:cNvSpPr txBox="1"/>
          <p:nvPr/>
        </p:nvSpPr>
        <p:spPr>
          <a:xfrm>
            <a:off x="2773336" y="356636"/>
            <a:ext cx="1161415" cy="844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Lowest cost after process</a:t>
            </a:r>
            <a:r>
              <a:rPr lang="en-US" sz="550" b="0" i="0">
                <a:solidFill>
                  <a:srgbClr val="5F646C"/>
                </a:solidFill>
                <a:latin typeface="Arial" panose="020B0604020202020204"/>
              </a:rPr>
              <a:t> </a:t>
            </a:r>
            <a:r>
              <a:rPr sz="550">
                <a:solidFill>
                  <a:srgbClr val="5F646C"/>
                </a:solidFill>
                <a:latin typeface="Arial" panose="020B0604020202020204"/>
                <a:sym typeface="+mn-ea"/>
              </a:rPr>
              <a:t>optimization</a:t>
            </a:r>
            <a:endParaRPr lang="en-US"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40" name="text: Ammonia"/>
          <p:cNvSpPr txBox="1"/>
          <p:nvPr/>
        </p:nvSpPr>
        <p:spPr>
          <a:xfrm>
            <a:off x="461390" y="507491"/>
            <a:ext cx="800735" cy="9969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50" b="1" i="0">
                <a:solidFill>
                  <a:srgbClr val="1B1B1B"/>
                </a:solidFill>
                <a:latin typeface="Arial" panose="020B0604020202020204"/>
              </a:rPr>
              <a:t>Ammonia</a:t>
            </a:r>
            <a:r>
              <a:rPr lang="en-US" sz="650" b="1" i="0">
                <a:solidFill>
                  <a:srgbClr val="1B1B1B"/>
                </a:solidFill>
                <a:latin typeface="Arial" panose="020B0604020202020204"/>
              </a:rPr>
              <a:t> </a:t>
            </a:r>
            <a:r>
              <a:rPr lang="en-US" altLang="zh-CN" sz="650" b="1" i="0">
                <a:solidFill>
                  <a:srgbClr val="1B1B1B"/>
                </a:solidFill>
                <a:latin typeface="Arial" panose="020B0604020202020204"/>
              </a:rPr>
              <a:t>synthesis</a:t>
            </a:r>
            <a:r>
              <a:rPr lang="en-US" sz="650" b="1" i="0">
                <a:solidFill>
                  <a:srgbClr val="1B1B1B"/>
                </a:solidFill>
                <a:latin typeface="Arial" panose="020B0604020202020204"/>
              </a:rPr>
              <a:t> </a:t>
            </a:r>
            <a:endParaRPr lang="en-US" sz="65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41" name="text: atomic → plant"/>
          <p:cNvSpPr txBox="1"/>
          <p:nvPr/>
        </p:nvSpPr>
        <p:spPr>
          <a:xfrm>
            <a:off x="1471655" y="506887"/>
            <a:ext cx="545465" cy="92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atomic → plant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grpSp>
        <p:nvGrpSpPr>
          <p:cNvPr id="190" name="组合 189"/>
          <p:cNvGrpSpPr/>
          <p:nvPr/>
        </p:nvGrpSpPr>
        <p:grpSpPr>
          <a:xfrm>
            <a:off x="461390" y="667385"/>
            <a:ext cx="694690" cy="109855"/>
            <a:chOff x="1136" y="1049"/>
            <a:chExt cx="1094" cy="173"/>
          </a:xfrm>
        </p:grpSpPr>
        <p:grpSp>
          <p:nvGrpSpPr>
            <p:cNvPr id="189" name="组合 188"/>
            <p:cNvGrpSpPr/>
            <p:nvPr/>
          </p:nvGrpSpPr>
          <p:grpSpPr>
            <a:xfrm>
              <a:off x="1136" y="1049"/>
              <a:ext cx="1094" cy="157"/>
              <a:chOff x="1136" y="1049"/>
              <a:chExt cx="1094" cy="157"/>
            </a:xfrm>
          </p:grpSpPr>
          <p:sp>
            <p:nvSpPr>
              <p:cNvPr id="43" name="text: CO"/>
              <p:cNvSpPr txBox="1"/>
              <p:nvPr/>
            </p:nvSpPr>
            <p:spPr>
              <a:xfrm>
                <a:off x="1136" y="1049"/>
                <a:ext cx="225" cy="157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sz="650" b="1" i="0">
                    <a:solidFill>
                      <a:srgbClr val="1B1B1B"/>
                    </a:solidFill>
                    <a:latin typeface="Arial" panose="020B0604020202020204"/>
                  </a:rPr>
                  <a:t>CO</a:t>
                </a:r>
                <a:endParaRPr sz="650" b="1" i="0">
                  <a:solidFill>
                    <a:srgbClr val="1B1B1B"/>
                  </a:solidFill>
                  <a:latin typeface="Arial" panose="020B0604020202020204"/>
                </a:endParaRPr>
              </a:p>
            </p:txBody>
          </p:sp>
          <p:sp>
            <p:nvSpPr>
              <p:cNvPr id="45" name="text: -to-methanol"/>
              <p:cNvSpPr txBox="1"/>
              <p:nvPr/>
            </p:nvSpPr>
            <p:spPr>
              <a:xfrm>
                <a:off x="1390" y="1049"/>
                <a:ext cx="840" cy="156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650" b="1" i="0">
                    <a:solidFill>
                      <a:srgbClr val="1B1B1B"/>
                    </a:solidFill>
                    <a:latin typeface="Arial" panose="020B0604020202020204"/>
                  </a:rPr>
                  <a:t>-to-methanol</a:t>
                </a:r>
                <a:endParaRPr sz="650" b="1" i="0">
                  <a:solidFill>
                    <a:srgbClr val="1B1B1B"/>
                  </a:solidFill>
                  <a:latin typeface="Arial" panose="020B0604020202020204"/>
                </a:endParaRPr>
              </a:p>
            </p:txBody>
          </p:sp>
        </p:grpSp>
        <p:sp>
          <p:nvSpPr>
            <p:cNvPr id="44" name="text: 2"/>
            <p:cNvSpPr txBox="1"/>
            <p:nvPr/>
          </p:nvSpPr>
          <p:spPr>
            <a:xfrm>
              <a:off x="1340" y="1096"/>
              <a:ext cx="81" cy="1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530" b="1" i="0">
                  <a:solidFill>
                    <a:srgbClr val="1B1B1B"/>
                  </a:solidFill>
                  <a:latin typeface="Arial" panose="020B0604020202020204"/>
                </a:rPr>
                <a:t>2</a:t>
              </a:r>
              <a:endParaRPr sz="530" b="1" i="0">
                <a:solidFill>
                  <a:srgbClr val="1B1B1B"/>
                </a:solidFill>
                <a:latin typeface="Arial" panose="020B0604020202020204"/>
              </a:endParaRPr>
            </a:p>
          </p:txBody>
        </p:sp>
      </p:grpSp>
      <p:sp>
        <p:nvSpPr>
          <p:cNvPr id="46" name="text: laboratory → plant"/>
          <p:cNvSpPr txBox="1"/>
          <p:nvPr/>
        </p:nvSpPr>
        <p:spPr>
          <a:xfrm>
            <a:off x="1487581" y="671847"/>
            <a:ext cx="672465" cy="92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laboratory → plant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461390" y="802640"/>
            <a:ext cx="635635" cy="109855"/>
            <a:chOff x="1219" y="1293"/>
            <a:chExt cx="1001" cy="173"/>
          </a:xfrm>
        </p:grpSpPr>
        <p:sp>
          <p:nvSpPr>
            <p:cNvPr id="50" name="text: control"/>
            <p:cNvSpPr txBox="1"/>
            <p:nvPr/>
          </p:nvSpPr>
          <p:spPr>
            <a:xfrm>
              <a:off x="1742" y="1293"/>
              <a:ext cx="479" cy="1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50" b="1" i="0">
                  <a:solidFill>
                    <a:srgbClr val="1B1B1B"/>
                  </a:solidFill>
                  <a:latin typeface="Arial" panose="020B0604020202020204"/>
                </a:rPr>
                <a:t>control</a:t>
              </a:r>
              <a:endParaRPr sz="650" b="1" i="0">
                <a:solidFill>
                  <a:srgbClr val="1B1B1B"/>
                </a:solidFill>
                <a:latin typeface="Arial" panose="020B0604020202020204"/>
              </a:endParaRPr>
            </a:p>
          </p:txBody>
        </p:sp>
        <p:sp>
          <p:nvSpPr>
            <p:cNvPr id="48" name="text: Au/TiO"/>
            <p:cNvSpPr txBox="1"/>
            <p:nvPr/>
          </p:nvSpPr>
          <p:spPr>
            <a:xfrm>
              <a:off x="1219" y="1293"/>
              <a:ext cx="463" cy="1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650" b="1" i="0">
                  <a:solidFill>
                    <a:srgbClr val="1B1B1B"/>
                  </a:solidFill>
                  <a:latin typeface="Arial" panose="020B0604020202020204"/>
                </a:rPr>
                <a:t>Au/TiO</a:t>
              </a:r>
              <a:endParaRPr sz="650" b="1" i="0">
                <a:solidFill>
                  <a:srgbClr val="1B1B1B"/>
                </a:solidFill>
                <a:latin typeface="Arial" panose="020B0604020202020204"/>
              </a:endParaRPr>
            </a:p>
          </p:txBody>
        </p:sp>
        <p:sp>
          <p:nvSpPr>
            <p:cNvPr id="49" name="text: 2"/>
            <p:cNvSpPr txBox="1"/>
            <p:nvPr/>
          </p:nvSpPr>
          <p:spPr>
            <a:xfrm>
              <a:off x="1656" y="1340"/>
              <a:ext cx="81" cy="1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530" b="1" i="0">
                  <a:solidFill>
                    <a:srgbClr val="1B1B1B"/>
                  </a:solidFill>
                  <a:latin typeface="Arial" panose="020B0604020202020204"/>
                </a:rPr>
                <a:t>2</a:t>
              </a:r>
              <a:endParaRPr sz="530" b="1" i="0">
                <a:solidFill>
                  <a:srgbClr val="1B1B1B"/>
                </a:solidFill>
                <a:latin typeface="Arial" panose="020B0604020202020204"/>
              </a:endParaRPr>
            </a:p>
          </p:txBody>
        </p:sp>
      </p:grpSp>
      <p:sp>
        <p:nvSpPr>
          <p:cNvPr id="51" name="text: laboratory → catalyst requirem"/>
          <p:cNvSpPr txBox="1"/>
          <p:nvPr/>
        </p:nvSpPr>
        <p:spPr>
          <a:xfrm>
            <a:off x="1486064" y="820932"/>
            <a:ext cx="1236980" cy="92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laboratory → catalyst requirement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pic>
        <p:nvPicPr>
          <p:cNvPr id="53" name="render" descr="img_3342395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04" y="1037694"/>
            <a:ext cx="428244" cy="451103"/>
          </a:xfrm>
          <a:prstGeom prst="rect">
            <a:avLst/>
          </a:prstGeom>
        </p:spPr>
      </p:pic>
      <p:sp>
        <p:nvSpPr>
          <p:cNvPr id="54" name="shape"/>
          <p:cNvSpPr/>
          <p:nvPr/>
        </p:nvSpPr>
        <p:spPr>
          <a:xfrm>
            <a:off x="1096457" y="1046371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38100"/>
                </a:moveTo>
                <a:lnTo>
                  <a:pt x="20558" y="38041"/>
                </a:lnTo>
                <a:lnTo>
                  <a:pt x="22047" y="37863"/>
                </a:lnTo>
                <a:lnTo>
                  <a:pt x="23512" y="37570"/>
                </a:lnTo>
                <a:lnTo>
                  <a:pt x="24945" y="37165"/>
                </a:lnTo>
                <a:lnTo>
                  <a:pt x="26340" y="36650"/>
                </a:lnTo>
                <a:lnTo>
                  <a:pt x="27690" y="36028"/>
                </a:lnTo>
                <a:lnTo>
                  <a:pt x="28990" y="35301"/>
                </a:lnTo>
                <a:lnTo>
                  <a:pt x="30232" y="34473"/>
                </a:lnTo>
                <a:lnTo>
                  <a:pt x="31411" y="33545"/>
                </a:lnTo>
                <a:lnTo>
                  <a:pt x="32520" y="32521"/>
                </a:lnTo>
                <a:lnTo>
                  <a:pt x="33544" y="31412"/>
                </a:lnTo>
                <a:lnTo>
                  <a:pt x="34472" y="30233"/>
                </a:lnTo>
                <a:lnTo>
                  <a:pt x="35301" y="28990"/>
                </a:lnTo>
                <a:lnTo>
                  <a:pt x="36027" y="27691"/>
                </a:lnTo>
                <a:lnTo>
                  <a:pt x="36649" y="26340"/>
                </a:lnTo>
                <a:lnTo>
                  <a:pt x="37164" y="24946"/>
                </a:lnTo>
                <a:lnTo>
                  <a:pt x="37569" y="23513"/>
                </a:lnTo>
                <a:lnTo>
                  <a:pt x="37862" y="22048"/>
                </a:lnTo>
                <a:lnTo>
                  <a:pt x="38040" y="20559"/>
                </a:lnTo>
                <a:lnTo>
                  <a:pt x="38100" y="19050"/>
                </a:lnTo>
                <a:lnTo>
                  <a:pt x="38040" y="17542"/>
                </a:lnTo>
                <a:lnTo>
                  <a:pt x="37862" y="16052"/>
                </a:lnTo>
                <a:lnTo>
                  <a:pt x="37569" y="14588"/>
                </a:lnTo>
                <a:lnTo>
                  <a:pt x="37164" y="13155"/>
                </a:lnTo>
                <a:lnTo>
                  <a:pt x="36649" y="11760"/>
                </a:lnTo>
                <a:lnTo>
                  <a:pt x="36027" y="10410"/>
                </a:lnTo>
                <a:lnTo>
                  <a:pt x="35301" y="9110"/>
                </a:lnTo>
                <a:lnTo>
                  <a:pt x="34472" y="7868"/>
                </a:lnTo>
                <a:lnTo>
                  <a:pt x="33544" y="6689"/>
                </a:lnTo>
                <a:lnTo>
                  <a:pt x="32520" y="5580"/>
                </a:lnTo>
                <a:lnTo>
                  <a:pt x="31411" y="4556"/>
                </a:lnTo>
                <a:lnTo>
                  <a:pt x="30232" y="3628"/>
                </a:lnTo>
                <a:lnTo>
                  <a:pt x="28990" y="2799"/>
                </a:lnTo>
                <a:lnTo>
                  <a:pt x="27690" y="2073"/>
                </a:lnTo>
                <a:lnTo>
                  <a:pt x="26340" y="1450"/>
                </a:lnTo>
                <a:lnTo>
                  <a:pt x="24945" y="935"/>
                </a:lnTo>
                <a:lnTo>
                  <a:pt x="23512" y="530"/>
                </a:lnTo>
                <a:lnTo>
                  <a:pt x="22047" y="238"/>
                </a:lnTo>
                <a:lnTo>
                  <a:pt x="20558" y="60"/>
                </a:lnTo>
                <a:lnTo>
                  <a:pt x="19050" y="0"/>
                </a:lnTo>
                <a:lnTo>
                  <a:pt x="17541" y="60"/>
                </a:lnTo>
                <a:lnTo>
                  <a:pt x="16052" y="238"/>
                </a:lnTo>
                <a:lnTo>
                  <a:pt x="14587" y="530"/>
                </a:lnTo>
                <a:lnTo>
                  <a:pt x="13154" y="935"/>
                </a:lnTo>
                <a:lnTo>
                  <a:pt x="11759" y="1450"/>
                </a:lnTo>
                <a:lnTo>
                  <a:pt x="10409" y="2073"/>
                </a:lnTo>
                <a:lnTo>
                  <a:pt x="9109" y="2799"/>
                </a:lnTo>
                <a:lnTo>
                  <a:pt x="7867" y="3628"/>
                </a:lnTo>
                <a:lnTo>
                  <a:pt x="6688" y="4556"/>
                </a:lnTo>
                <a:lnTo>
                  <a:pt x="5579" y="5580"/>
                </a:lnTo>
                <a:lnTo>
                  <a:pt x="4555" y="6689"/>
                </a:lnTo>
                <a:lnTo>
                  <a:pt x="3627" y="7868"/>
                </a:lnTo>
                <a:lnTo>
                  <a:pt x="2799" y="9110"/>
                </a:lnTo>
                <a:lnTo>
                  <a:pt x="2072" y="10410"/>
                </a:lnTo>
                <a:lnTo>
                  <a:pt x="1450" y="11760"/>
                </a:lnTo>
                <a:lnTo>
                  <a:pt x="935" y="13155"/>
                </a:lnTo>
                <a:lnTo>
                  <a:pt x="530" y="14588"/>
                </a:lnTo>
                <a:lnTo>
                  <a:pt x="237" y="16052"/>
                </a:lnTo>
                <a:lnTo>
                  <a:pt x="59" y="17542"/>
                </a:lnTo>
                <a:lnTo>
                  <a:pt x="0" y="19050"/>
                </a:lnTo>
                <a:lnTo>
                  <a:pt x="59" y="20559"/>
                </a:lnTo>
                <a:lnTo>
                  <a:pt x="237" y="22048"/>
                </a:lnTo>
                <a:lnTo>
                  <a:pt x="530" y="23513"/>
                </a:lnTo>
                <a:lnTo>
                  <a:pt x="935" y="24946"/>
                </a:lnTo>
                <a:lnTo>
                  <a:pt x="1450" y="26340"/>
                </a:lnTo>
                <a:lnTo>
                  <a:pt x="2072" y="27691"/>
                </a:lnTo>
                <a:lnTo>
                  <a:pt x="2799" y="28990"/>
                </a:lnTo>
                <a:lnTo>
                  <a:pt x="3627" y="30233"/>
                </a:lnTo>
                <a:lnTo>
                  <a:pt x="4555" y="31412"/>
                </a:lnTo>
                <a:lnTo>
                  <a:pt x="5579" y="32521"/>
                </a:lnTo>
                <a:lnTo>
                  <a:pt x="6688" y="33545"/>
                </a:lnTo>
                <a:lnTo>
                  <a:pt x="7867" y="34473"/>
                </a:lnTo>
                <a:lnTo>
                  <a:pt x="9109" y="35301"/>
                </a:lnTo>
                <a:lnTo>
                  <a:pt x="10409" y="36028"/>
                </a:lnTo>
                <a:lnTo>
                  <a:pt x="11759" y="36650"/>
                </a:lnTo>
                <a:lnTo>
                  <a:pt x="13154" y="37165"/>
                </a:lnTo>
                <a:lnTo>
                  <a:pt x="14587" y="37570"/>
                </a:lnTo>
                <a:lnTo>
                  <a:pt x="16052" y="37863"/>
                </a:lnTo>
                <a:lnTo>
                  <a:pt x="17541" y="38041"/>
                </a:lnTo>
                <a:lnTo>
                  <a:pt x="19050" y="38100"/>
                </a:lnTo>
                <a:close/>
              </a:path>
            </a:pathLst>
          </a:custGeom>
          <a:solidFill>
            <a:srgbClr val="5677B5"/>
          </a:solidFill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hape"/>
          <p:cNvSpPr/>
          <p:nvPr/>
        </p:nvSpPr>
        <p:spPr>
          <a:xfrm>
            <a:off x="1045986" y="1130271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38100"/>
                </a:moveTo>
                <a:lnTo>
                  <a:pt x="20559" y="38040"/>
                </a:lnTo>
                <a:lnTo>
                  <a:pt x="22048" y="37862"/>
                </a:lnTo>
                <a:lnTo>
                  <a:pt x="23513" y="37570"/>
                </a:lnTo>
                <a:lnTo>
                  <a:pt x="24946" y="37165"/>
                </a:lnTo>
                <a:lnTo>
                  <a:pt x="26341" y="36650"/>
                </a:lnTo>
                <a:lnTo>
                  <a:pt x="27691" y="36027"/>
                </a:lnTo>
                <a:lnTo>
                  <a:pt x="28991" y="35301"/>
                </a:lnTo>
                <a:lnTo>
                  <a:pt x="30233" y="34472"/>
                </a:lnTo>
                <a:lnTo>
                  <a:pt x="31412" y="33544"/>
                </a:lnTo>
                <a:lnTo>
                  <a:pt x="32521" y="32520"/>
                </a:lnTo>
                <a:lnTo>
                  <a:pt x="33545" y="31411"/>
                </a:lnTo>
                <a:lnTo>
                  <a:pt x="34473" y="30232"/>
                </a:lnTo>
                <a:lnTo>
                  <a:pt x="35301" y="28990"/>
                </a:lnTo>
                <a:lnTo>
                  <a:pt x="36028" y="27690"/>
                </a:lnTo>
                <a:lnTo>
                  <a:pt x="36650" y="26340"/>
                </a:lnTo>
                <a:lnTo>
                  <a:pt x="37165" y="24945"/>
                </a:lnTo>
                <a:lnTo>
                  <a:pt x="37570" y="23512"/>
                </a:lnTo>
                <a:lnTo>
                  <a:pt x="37863" y="22048"/>
                </a:lnTo>
                <a:lnTo>
                  <a:pt x="38041" y="20558"/>
                </a:lnTo>
                <a:lnTo>
                  <a:pt x="38100" y="19050"/>
                </a:lnTo>
                <a:lnTo>
                  <a:pt x="38041" y="17541"/>
                </a:lnTo>
                <a:lnTo>
                  <a:pt x="37863" y="16052"/>
                </a:lnTo>
                <a:lnTo>
                  <a:pt x="37570" y="14587"/>
                </a:lnTo>
                <a:lnTo>
                  <a:pt x="37165" y="13155"/>
                </a:lnTo>
                <a:lnTo>
                  <a:pt x="36650" y="11760"/>
                </a:lnTo>
                <a:lnTo>
                  <a:pt x="36028" y="10409"/>
                </a:lnTo>
                <a:lnTo>
                  <a:pt x="35301" y="9110"/>
                </a:lnTo>
                <a:lnTo>
                  <a:pt x="34473" y="7867"/>
                </a:lnTo>
                <a:lnTo>
                  <a:pt x="33545" y="6688"/>
                </a:lnTo>
                <a:lnTo>
                  <a:pt x="32521" y="5579"/>
                </a:lnTo>
                <a:lnTo>
                  <a:pt x="31412" y="4555"/>
                </a:lnTo>
                <a:lnTo>
                  <a:pt x="30233" y="3627"/>
                </a:lnTo>
                <a:lnTo>
                  <a:pt x="28991" y="2799"/>
                </a:lnTo>
                <a:lnTo>
                  <a:pt x="27691" y="2072"/>
                </a:lnTo>
                <a:lnTo>
                  <a:pt x="26341" y="1450"/>
                </a:lnTo>
                <a:lnTo>
                  <a:pt x="24946" y="935"/>
                </a:lnTo>
                <a:lnTo>
                  <a:pt x="23513" y="530"/>
                </a:lnTo>
                <a:lnTo>
                  <a:pt x="22048" y="237"/>
                </a:lnTo>
                <a:lnTo>
                  <a:pt x="20559" y="60"/>
                </a:lnTo>
                <a:lnTo>
                  <a:pt x="19050" y="0"/>
                </a:lnTo>
                <a:lnTo>
                  <a:pt x="17542" y="60"/>
                </a:lnTo>
                <a:lnTo>
                  <a:pt x="16052" y="237"/>
                </a:lnTo>
                <a:lnTo>
                  <a:pt x="14588" y="530"/>
                </a:lnTo>
                <a:lnTo>
                  <a:pt x="13155" y="935"/>
                </a:lnTo>
                <a:lnTo>
                  <a:pt x="11760" y="1450"/>
                </a:lnTo>
                <a:lnTo>
                  <a:pt x="10410" y="2072"/>
                </a:lnTo>
                <a:lnTo>
                  <a:pt x="9110" y="2799"/>
                </a:lnTo>
                <a:lnTo>
                  <a:pt x="7868" y="3627"/>
                </a:lnTo>
                <a:lnTo>
                  <a:pt x="6689" y="4555"/>
                </a:lnTo>
                <a:lnTo>
                  <a:pt x="5580" y="5579"/>
                </a:lnTo>
                <a:lnTo>
                  <a:pt x="4556" y="6688"/>
                </a:lnTo>
                <a:lnTo>
                  <a:pt x="3628" y="7867"/>
                </a:lnTo>
                <a:lnTo>
                  <a:pt x="2799" y="9110"/>
                </a:lnTo>
                <a:lnTo>
                  <a:pt x="2073" y="10409"/>
                </a:lnTo>
                <a:lnTo>
                  <a:pt x="1451" y="11760"/>
                </a:lnTo>
                <a:lnTo>
                  <a:pt x="936" y="13155"/>
                </a:lnTo>
                <a:lnTo>
                  <a:pt x="530" y="14587"/>
                </a:lnTo>
                <a:lnTo>
                  <a:pt x="238" y="16052"/>
                </a:lnTo>
                <a:lnTo>
                  <a:pt x="60" y="17541"/>
                </a:lnTo>
                <a:lnTo>
                  <a:pt x="0" y="19050"/>
                </a:lnTo>
                <a:lnTo>
                  <a:pt x="60" y="20558"/>
                </a:lnTo>
                <a:lnTo>
                  <a:pt x="238" y="22048"/>
                </a:lnTo>
                <a:lnTo>
                  <a:pt x="530" y="23512"/>
                </a:lnTo>
                <a:lnTo>
                  <a:pt x="936" y="24945"/>
                </a:lnTo>
                <a:lnTo>
                  <a:pt x="1451" y="26340"/>
                </a:lnTo>
                <a:lnTo>
                  <a:pt x="2073" y="27690"/>
                </a:lnTo>
                <a:lnTo>
                  <a:pt x="2799" y="28990"/>
                </a:lnTo>
                <a:lnTo>
                  <a:pt x="3628" y="30232"/>
                </a:lnTo>
                <a:lnTo>
                  <a:pt x="4556" y="31411"/>
                </a:lnTo>
                <a:lnTo>
                  <a:pt x="5580" y="32520"/>
                </a:lnTo>
                <a:lnTo>
                  <a:pt x="6689" y="33544"/>
                </a:lnTo>
                <a:lnTo>
                  <a:pt x="7868" y="34472"/>
                </a:lnTo>
                <a:lnTo>
                  <a:pt x="9110" y="35301"/>
                </a:lnTo>
                <a:lnTo>
                  <a:pt x="10410" y="36027"/>
                </a:lnTo>
                <a:lnTo>
                  <a:pt x="11760" y="36650"/>
                </a:lnTo>
                <a:lnTo>
                  <a:pt x="13155" y="37165"/>
                </a:lnTo>
                <a:lnTo>
                  <a:pt x="14588" y="37570"/>
                </a:lnTo>
                <a:lnTo>
                  <a:pt x="16052" y="37862"/>
                </a:lnTo>
                <a:lnTo>
                  <a:pt x="17542" y="38040"/>
                </a:lnTo>
                <a:lnTo>
                  <a:pt x="19050" y="38100"/>
                </a:lnTo>
                <a:close/>
              </a:path>
            </a:pathLst>
          </a:custGeom>
          <a:solidFill>
            <a:srgbClr val="6E9F60"/>
          </a:solidFill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: TOF"/>
          <p:cNvSpPr txBox="1"/>
          <p:nvPr/>
        </p:nvSpPr>
        <p:spPr>
          <a:xfrm>
            <a:off x="891162" y="1034804"/>
            <a:ext cx="157637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TOF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57" name="text: E"/>
          <p:cNvSpPr txBox="1"/>
          <p:nvPr/>
        </p:nvSpPr>
        <p:spPr>
          <a:xfrm>
            <a:off x="1285884" y="1484312"/>
            <a:ext cx="61239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1">
                <a:solidFill>
                  <a:srgbClr val="5F646C"/>
                </a:solidFill>
                <a:latin typeface="Arial" panose="020B0604020202020204"/>
              </a:rPr>
              <a:t>E</a:t>
            </a:r>
            <a:endParaRPr sz="550" b="0" i="1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58" name="text: N"/>
          <p:cNvSpPr txBox="1"/>
          <p:nvPr/>
        </p:nvSpPr>
        <p:spPr>
          <a:xfrm>
            <a:off x="1337410" y="1499882"/>
            <a:ext cx="63220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N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59" name="patch_14"/>
          <p:cNvSpPr/>
          <p:nvPr/>
        </p:nvSpPr>
        <p:spPr>
          <a:xfrm>
            <a:off x="1757100" y="1032726"/>
            <a:ext cx="43200" cy="460800"/>
          </a:xfrm>
          <a:custGeom>
            <a:avLst/>
            <a:gdLst/>
            <a:ahLst/>
            <a:cxnLst/>
            <a:rect l="l" t="t" r="r" b="b"/>
            <a:pathLst>
              <a:path w="43200" h="460800">
                <a:moveTo>
                  <a:pt x="0" y="460800"/>
                </a:moveTo>
                <a:lnTo>
                  <a:pt x="43200" y="460800"/>
                </a:lnTo>
                <a:lnTo>
                  <a:pt x="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patch_15"/>
          <p:cNvSpPr/>
          <p:nvPr/>
        </p:nvSpPr>
        <p:spPr>
          <a:xfrm>
            <a:off x="1778700" y="967926"/>
            <a:ext cx="0" cy="56281"/>
          </a:xfrm>
          <a:custGeom>
            <a:avLst/>
            <a:gdLst/>
            <a:ahLst/>
            <a:cxnLst/>
            <a:rect l="l" t="t" r="r" b="b"/>
            <a:pathLst>
              <a:path h="56281">
                <a:moveTo>
                  <a:pt x="0" y="0"/>
                </a:moveTo>
                <a:lnTo>
                  <a:pt x="0" y="6395"/>
                </a:lnTo>
                <a:lnTo>
                  <a:pt x="0" y="12620"/>
                </a:lnTo>
                <a:lnTo>
                  <a:pt x="0" y="18674"/>
                </a:lnTo>
                <a:lnTo>
                  <a:pt x="0" y="24557"/>
                </a:lnTo>
                <a:lnTo>
                  <a:pt x="0" y="30271"/>
                </a:lnTo>
                <a:lnTo>
                  <a:pt x="0" y="35813"/>
                </a:lnTo>
                <a:lnTo>
                  <a:pt x="0" y="41186"/>
                </a:lnTo>
                <a:lnTo>
                  <a:pt x="0" y="46388"/>
                </a:lnTo>
                <a:lnTo>
                  <a:pt x="0" y="51420"/>
                </a:lnTo>
                <a:lnTo>
                  <a:pt x="0" y="56281"/>
                </a:lnTo>
              </a:path>
            </a:pathLst>
          </a:custGeom>
          <a:noFill/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patch_15"/>
          <p:cNvSpPr/>
          <p:nvPr/>
        </p:nvSpPr>
        <p:spPr>
          <a:xfrm>
            <a:off x="1766000" y="99880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25400" y="0"/>
                </a:moveTo>
                <a:lnTo>
                  <a:pt x="1270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F646C"/>
          </a:solidFill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patch_16"/>
          <p:cNvSpPr/>
          <p:nvPr/>
        </p:nvSpPr>
        <p:spPr>
          <a:xfrm>
            <a:off x="1778700" y="1493526"/>
            <a:ext cx="0" cy="56281"/>
          </a:xfrm>
          <a:custGeom>
            <a:avLst/>
            <a:gdLst/>
            <a:ahLst/>
            <a:cxnLst/>
            <a:rect l="l" t="t" r="r" b="b"/>
            <a:pathLst>
              <a:path h="56281">
                <a:moveTo>
                  <a:pt x="0" y="0"/>
                </a:moveTo>
                <a:lnTo>
                  <a:pt x="0" y="6395"/>
                </a:lnTo>
                <a:lnTo>
                  <a:pt x="0" y="12620"/>
                </a:lnTo>
                <a:lnTo>
                  <a:pt x="0" y="18674"/>
                </a:lnTo>
                <a:lnTo>
                  <a:pt x="0" y="24557"/>
                </a:lnTo>
                <a:lnTo>
                  <a:pt x="0" y="30271"/>
                </a:lnTo>
                <a:lnTo>
                  <a:pt x="0" y="35813"/>
                </a:lnTo>
                <a:lnTo>
                  <a:pt x="0" y="41186"/>
                </a:lnTo>
                <a:lnTo>
                  <a:pt x="0" y="46388"/>
                </a:lnTo>
                <a:lnTo>
                  <a:pt x="0" y="51420"/>
                </a:lnTo>
                <a:lnTo>
                  <a:pt x="0" y="56281"/>
                </a:lnTo>
              </a:path>
            </a:pathLst>
          </a:custGeom>
          <a:noFill/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atch_16"/>
          <p:cNvSpPr/>
          <p:nvPr/>
        </p:nvSpPr>
        <p:spPr>
          <a:xfrm>
            <a:off x="1766000" y="152440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25400" y="0"/>
                </a:moveTo>
                <a:lnTo>
                  <a:pt x="1270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F646C"/>
          </a:solidFill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hape"/>
          <p:cNvSpPr/>
          <p:nvPr/>
        </p:nvSpPr>
        <p:spPr>
          <a:xfrm>
            <a:off x="2735441" y="1245786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1" y="8981"/>
                </a:lnTo>
                <a:lnTo>
                  <a:pt x="17932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8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hape"/>
          <p:cNvSpPr/>
          <p:nvPr/>
        </p:nvSpPr>
        <p:spPr>
          <a:xfrm>
            <a:off x="2796178" y="1372576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8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hape"/>
          <p:cNvSpPr/>
          <p:nvPr/>
        </p:nvSpPr>
        <p:spPr>
          <a:xfrm>
            <a:off x="2769053" y="1302743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1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7" y="12416"/>
                </a:lnTo>
                <a:lnTo>
                  <a:pt x="17519" y="11759"/>
                </a:lnTo>
                <a:lnTo>
                  <a:pt x="17710" y="11083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6"/>
                </a:lnTo>
                <a:lnTo>
                  <a:pt x="17519" y="6201"/>
                </a:lnTo>
                <a:lnTo>
                  <a:pt x="17277" y="5543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3" y="111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1"/>
                </a:lnTo>
                <a:lnTo>
                  <a:pt x="6876" y="249"/>
                </a:lnTo>
                <a:lnTo>
                  <a:pt x="6201" y="440"/>
                </a:lnTo>
                <a:lnTo>
                  <a:pt x="5543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3" y="12416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3" y="17277"/>
                </a:lnTo>
                <a:lnTo>
                  <a:pt x="6201" y="17519"/>
                </a:lnTo>
                <a:lnTo>
                  <a:pt x="6876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hape"/>
          <p:cNvSpPr/>
          <p:nvPr/>
        </p:nvSpPr>
        <p:spPr>
          <a:xfrm>
            <a:off x="2646186" y="1351163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1" y="8981"/>
                </a:lnTo>
                <a:lnTo>
                  <a:pt x="17932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8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19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hape"/>
          <p:cNvSpPr/>
          <p:nvPr/>
        </p:nvSpPr>
        <p:spPr>
          <a:xfrm>
            <a:off x="2662917" y="1311864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1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3"/>
                </a:lnTo>
                <a:lnTo>
                  <a:pt x="17849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49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3" y="12416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hape"/>
          <p:cNvSpPr/>
          <p:nvPr/>
        </p:nvSpPr>
        <p:spPr>
          <a:xfrm>
            <a:off x="2790897" y="1385621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hape"/>
          <p:cNvSpPr/>
          <p:nvPr/>
        </p:nvSpPr>
        <p:spPr>
          <a:xfrm>
            <a:off x="2597095" y="1175506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hape"/>
          <p:cNvSpPr/>
          <p:nvPr/>
        </p:nvSpPr>
        <p:spPr>
          <a:xfrm>
            <a:off x="2779218" y="1357087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hape"/>
          <p:cNvSpPr/>
          <p:nvPr/>
        </p:nvSpPr>
        <p:spPr>
          <a:xfrm>
            <a:off x="2773826" y="1246916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2"/>
                </a:lnTo>
                <a:lnTo>
                  <a:pt x="14251" y="16251"/>
                </a:lnTo>
                <a:lnTo>
                  <a:pt x="14807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7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70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2"/>
                </a:lnTo>
                <a:lnTo>
                  <a:pt x="17277" y="5544"/>
                </a:lnTo>
                <a:lnTo>
                  <a:pt x="16983" y="4908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1" y="1711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1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8"/>
                </a:lnTo>
                <a:lnTo>
                  <a:pt x="683" y="5544"/>
                </a:lnTo>
                <a:lnTo>
                  <a:pt x="440" y="6202"/>
                </a:lnTo>
                <a:lnTo>
                  <a:pt x="249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49" y="11084"/>
                </a:lnTo>
                <a:lnTo>
                  <a:pt x="440" y="11760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8" y="16251"/>
                </a:lnTo>
                <a:lnTo>
                  <a:pt x="4294" y="16642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hape"/>
          <p:cNvSpPr/>
          <p:nvPr/>
        </p:nvSpPr>
        <p:spPr>
          <a:xfrm>
            <a:off x="2700363" y="1336485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7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hape"/>
          <p:cNvSpPr/>
          <p:nvPr/>
        </p:nvSpPr>
        <p:spPr>
          <a:xfrm>
            <a:off x="2663557" y="1198119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1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6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6"/>
                </a:lnTo>
                <a:lnTo>
                  <a:pt x="17519" y="6201"/>
                </a:lnTo>
                <a:lnTo>
                  <a:pt x="17276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6" y="683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6" y="4907"/>
                </a:lnTo>
                <a:lnTo>
                  <a:pt x="683" y="5544"/>
                </a:lnTo>
                <a:lnTo>
                  <a:pt x="440" y="6201"/>
                </a:lnTo>
                <a:lnTo>
                  <a:pt x="249" y="6876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3"/>
                </a:lnTo>
                <a:lnTo>
                  <a:pt x="249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6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hape"/>
          <p:cNvSpPr/>
          <p:nvPr/>
        </p:nvSpPr>
        <p:spPr>
          <a:xfrm>
            <a:off x="2658064" y="1249220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9" y="8269"/>
                </a:lnTo>
                <a:lnTo>
                  <a:pt x="0" y="8980"/>
                </a:lnTo>
                <a:lnTo>
                  <a:pt x="29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2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hape"/>
          <p:cNvSpPr/>
          <p:nvPr/>
        </p:nvSpPr>
        <p:spPr>
          <a:xfrm>
            <a:off x="2652807" y="1377200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2"/>
                </a:lnTo>
                <a:lnTo>
                  <a:pt x="14251" y="16251"/>
                </a:lnTo>
                <a:lnTo>
                  <a:pt x="14807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7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70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2"/>
                </a:lnTo>
                <a:lnTo>
                  <a:pt x="17277" y="5544"/>
                </a:lnTo>
                <a:lnTo>
                  <a:pt x="16983" y="4908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1" y="1711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1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8"/>
                </a:lnTo>
                <a:lnTo>
                  <a:pt x="683" y="5544"/>
                </a:lnTo>
                <a:lnTo>
                  <a:pt x="440" y="6202"/>
                </a:lnTo>
                <a:lnTo>
                  <a:pt x="249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49" y="11084"/>
                </a:lnTo>
                <a:lnTo>
                  <a:pt x="440" y="11760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8" y="16251"/>
                </a:lnTo>
                <a:lnTo>
                  <a:pt x="4294" y="16642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hape"/>
          <p:cNvSpPr/>
          <p:nvPr/>
        </p:nvSpPr>
        <p:spPr>
          <a:xfrm>
            <a:off x="2695261" y="1205114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2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3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hape"/>
          <p:cNvSpPr/>
          <p:nvPr/>
        </p:nvSpPr>
        <p:spPr>
          <a:xfrm>
            <a:off x="2708535" y="1181025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hape"/>
          <p:cNvSpPr/>
          <p:nvPr/>
        </p:nvSpPr>
        <p:spPr>
          <a:xfrm>
            <a:off x="2719460" y="1190921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2"/>
                </a:lnTo>
                <a:lnTo>
                  <a:pt x="14252" y="16251"/>
                </a:lnTo>
                <a:lnTo>
                  <a:pt x="14808" y="15814"/>
                </a:lnTo>
                <a:lnTo>
                  <a:pt x="15331" y="15331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2"/>
                </a:lnTo>
                <a:lnTo>
                  <a:pt x="17961" y="8981"/>
                </a:lnTo>
                <a:lnTo>
                  <a:pt x="17933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8"/>
                </a:lnTo>
                <a:lnTo>
                  <a:pt x="16641" y="4295"/>
                </a:lnTo>
                <a:lnTo>
                  <a:pt x="16251" y="3709"/>
                </a:lnTo>
                <a:lnTo>
                  <a:pt x="15813" y="3153"/>
                </a:lnTo>
                <a:lnTo>
                  <a:pt x="15331" y="2631"/>
                </a:lnTo>
                <a:lnTo>
                  <a:pt x="14808" y="2148"/>
                </a:lnTo>
                <a:lnTo>
                  <a:pt x="14252" y="1711"/>
                </a:lnTo>
                <a:lnTo>
                  <a:pt x="13666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9"/>
                </a:lnTo>
                <a:lnTo>
                  <a:pt x="8981" y="0"/>
                </a:lnTo>
                <a:lnTo>
                  <a:pt x="8270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1"/>
                </a:lnTo>
                <a:lnTo>
                  <a:pt x="3153" y="2148"/>
                </a:lnTo>
                <a:lnTo>
                  <a:pt x="2631" y="2631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8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9" y="8270"/>
                </a:lnTo>
                <a:lnTo>
                  <a:pt x="0" y="8981"/>
                </a:lnTo>
                <a:lnTo>
                  <a:pt x="29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7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5" y="16642"/>
                </a:lnTo>
                <a:lnTo>
                  <a:pt x="4907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3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hape"/>
          <p:cNvSpPr/>
          <p:nvPr/>
        </p:nvSpPr>
        <p:spPr>
          <a:xfrm>
            <a:off x="2818115" y="1271530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1" y="17960"/>
                </a:moveTo>
                <a:lnTo>
                  <a:pt x="9692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7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4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4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7" y="1319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9" y="8269"/>
                </a:lnTo>
                <a:lnTo>
                  <a:pt x="0" y="8980"/>
                </a:lnTo>
                <a:lnTo>
                  <a:pt x="29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2"/>
                </a:lnTo>
                <a:lnTo>
                  <a:pt x="8981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hape"/>
          <p:cNvSpPr/>
          <p:nvPr/>
        </p:nvSpPr>
        <p:spPr>
          <a:xfrm>
            <a:off x="2772842" y="1373861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hape"/>
          <p:cNvSpPr/>
          <p:nvPr/>
        </p:nvSpPr>
        <p:spPr>
          <a:xfrm>
            <a:off x="2734790" y="1362524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hape"/>
          <p:cNvSpPr/>
          <p:nvPr/>
        </p:nvSpPr>
        <p:spPr>
          <a:xfrm>
            <a:off x="2816656" y="1185135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1"/>
                </a:lnTo>
                <a:lnTo>
                  <a:pt x="14807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70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2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1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0" y="6202"/>
                </a:lnTo>
                <a:lnTo>
                  <a:pt x="249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49" y="11084"/>
                </a:lnTo>
                <a:lnTo>
                  <a:pt x="440" y="11760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hape"/>
          <p:cNvSpPr/>
          <p:nvPr/>
        </p:nvSpPr>
        <p:spPr>
          <a:xfrm>
            <a:off x="2643977" y="1275725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4"/>
                </a:lnTo>
                <a:lnTo>
                  <a:pt x="440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hape"/>
          <p:cNvSpPr/>
          <p:nvPr/>
        </p:nvSpPr>
        <p:spPr>
          <a:xfrm>
            <a:off x="2631679" y="1365397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1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hape"/>
          <p:cNvSpPr/>
          <p:nvPr/>
        </p:nvSpPr>
        <p:spPr>
          <a:xfrm>
            <a:off x="2732639" y="1195712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3" y="17710"/>
                </a:lnTo>
                <a:lnTo>
                  <a:pt x="11759" y="17519"/>
                </a:lnTo>
                <a:lnTo>
                  <a:pt x="12416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1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6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6"/>
                </a:lnTo>
                <a:lnTo>
                  <a:pt x="17519" y="6201"/>
                </a:lnTo>
                <a:lnTo>
                  <a:pt x="17276" y="5543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6" y="683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6" y="4907"/>
                </a:lnTo>
                <a:lnTo>
                  <a:pt x="683" y="5543"/>
                </a:lnTo>
                <a:lnTo>
                  <a:pt x="440" y="6201"/>
                </a:lnTo>
                <a:lnTo>
                  <a:pt x="249" y="6876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3"/>
                </a:lnTo>
                <a:lnTo>
                  <a:pt x="249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6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3" y="17277"/>
                </a:lnTo>
                <a:lnTo>
                  <a:pt x="6201" y="17519"/>
                </a:lnTo>
                <a:lnTo>
                  <a:pt x="6876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hape"/>
          <p:cNvSpPr/>
          <p:nvPr/>
        </p:nvSpPr>
        <p:spPr>
          <a:xfrm>
            <a:off x="2605728" y="1254199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8"/>
                </a:lnTo>
                <a:lnTo>
                  <a:pt x="14251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0" y="6201"/>
                </a:lnTo>
                <a:lnTo>
                  <a:pt x="249" y="6877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4"/>
                </a:lnTo>
                <a:lnTo>
                  <a:pt x="249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hape"/>
          <p:cNvSpPr/>
          <p:nvPr/>
        </p:nvSpPr>
        <p:spPr>
          <a:xfrm>
            <a:off x="2603884" y="1271536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6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6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6" y="4907"/>
                </a:lnTo>
                <a:lnTo>
                  <a:pt x="683" y="5544"/>
                </a:lnTo>
                <a:lnTo>
                  <a:pt x="440" y="6201"/>
                </a:lnTo>
                <a:lnTo>
                  <a:pt x="249" y="6877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3"/>
                </a:lnTo>
                <a:lnTo>
                  <a:pt x="249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6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hape"/>
          <p:cNvSpPr/>
          <p:nvPr/>
        </p:nvSpPr>
        <p:spPr>
          <a:xfrm>
            <a:off x="2710843" y="1318186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6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3"/>
                </a:lnTo>
                <a:lnTo>
                  <a:pt x="17849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6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3" y="111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1"/>
                </a:lnTo>
                <a:lnTo>
                  <a:pt x="6877" y="249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6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6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hape"/>
          <p:cNvSpPr/>
          <p:nvPr/>
        </p:nvSpPr>
        <p:spPr>
          <a:xfrm>
            <a:off x="2699977" y="1309824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hape"/>
          <p:cNvSpPr/>
          <p:nvPr/>
        </p:nvSpPr>
        <p:spPr>
          <a:xfrm>
            <a:off x="2800632" y="1351181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1"/>
                </a:lnTo>
                <a:lnTo>
                  <a:pt x="14807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7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70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2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1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6" y="4907"/>
                </a:lnTo>
                <a:lnTo>
                  <a:pt x="683" y="5544"/>
                </a:lnTo>
                <a:lnTo>
                  <a:pt x="440" y="6202"/>
                </a:lnTo>
                <a:lnTo>
                  <a:pt x="249" y="6877"/>
                </a:lnTo>
                <a:lnTo>
                  <a:pt x="111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1" y="10394"/>
                </a:lnTo>
                <a:lnTo>
                  <a:pt x="249" y="11084"/>
                </a:lnTo>
                <a:lnTo>
                  <a:pt x="440" y="11760"/>
                </a:lnTo>
                <a:lnTo>
                  <a:pt x="683" y="12417"/>
                </a:lnTo>
                <a:lnTo>
                  <a:pt x="976" y="13054"/>
                </a:lnTo>
                <a:lnTo>
                  <a:pt x="1319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hape"/>
          <p:cNvSpPr/>
          <p:nvPr/>
        </p:nvSpPr>
        <p:spPr>
          <a:xfrm>
            <a:off x="2736363" y="1399767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1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hape"/>
          <p:cNvSpPr/>
          <p:nvPr/>
        </p:nvSpPr>
        <p:spPr>
          <a:xfrm>
            <a:off x="2710671" y="1197602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hape"/>
          <p:cNvSpPr/>
          <p:nvPr/>
        </p:nvSpPr>
        <p:spPr>
          <a:xfrm>
            <a:off x="2706822" y="1296130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hape"/>
          <p:cNvSpPr/>
          <p:nvPr/>
        </p:nvSpPr>
        <p:spPr>
          <a:xfrm>
            <a:off x="2651165" y="1276857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1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1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3"/>
                </a:lnTo>
                <a:lnTo>
                  <a:pt x="17849" y="10393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4" y="111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1"/>
                </a:lnTo>
                <a:lnTo>
                  <a:pt x="6877" y="249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hape"/>
          <p:cNvSpPr/>
          <p:nvPr/>
        </p:nvSpPr>
        <p:spPr>
          <a:xfrm>
            <a:off x="2598552" y="1331240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2"/>
                </a:lnTo>
                <a:lnTo>
                  <a:pt x="17961" y="8981"/>
                </a:lnTo>
                <a:lnTo>
                  <a:pt x="17933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8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7"/>
                </a:lnTo>
                <a:lnTo>
                  <a:pt x="1710" y="14252"/>
                </a:lnTo>
                <a:lnTo>
                  <a:pt x="2148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hape"/>
          <p:cNvSpPr/>
          <p:nvPr/>
        </p:nvSpPr>
        <p:spPr>
          <a:xfrm>
            <a:off x="2638864" y="1227727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hape"/>
          <p:cNvSpPr/>
          <p:nvPr/>
        </p:nvSpPr>
        <p:spPr>
          <a:xfrm>
            <a:off x="2750381" y="1402869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1" y="17960"/>
                </a:moveTo>
                <a:lnTo>
                  <a:pt x="9692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60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3" y="14807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7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2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70" y="17932"/>
                </a:lnTo>
                <a:lnTo>
                  <a:pt x="8981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hape"/>
          <p:cNvSpPr/>
          <p:nvPr/>
        </p:nvSpPr>
        <p:spPr>
          <a:xfrm>
            <a:off x="2640695" y="1319175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hape"/>
          <p:cNvSpPr/>
          <p:nvPr/>
        </p:nvSpPr>
        <p:spPr>
          <a:xfrm>
            <a:off x="2678400" y="1401626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1" y="17960"/>
                </a:moveTo>
                <a:lnTo>
                  <a:pt x="9692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60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3" y="14807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7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1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hape"/>
          <p:cNvSpPr/>
          <p:nvPr/>
        </p:nvSpPr>
        <p:spPr>
          <a:xfrm>
            <a:off x="2596753" y="1379305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2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60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1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60" y="440"/>
                </a:lnTo>
                <a:lnTo>
                  <a:pt x="11084" y="249"/>
                </a:lnTo>
                <a:lnTo>
                  <a:pt x="10394" y="112"/>
                </a:lnTo>
                <a:lnTo>
                  <a:pt x="9692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49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8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1"/>
                </a:lnTo>
                <a:lnTo>
                  <a:pt x="2148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hape"/>
          <p:cNvSpPr/>
          <p:nvPr/>
        </p:nvSpPr>
        <p:spPr>
          <a:xfrm>
            <a:off x="2781186" y="1175670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7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4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4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7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9" y="8269"/>
                </a:lnTo>
                <a:lnTo>
                  <a:pt x="0" y="8980"/>
                </a:lnTo>
                <a:lnTo>
                  <a:pt x="29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2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hape"/>
          <p:cNvSpPr/>
          <p:nvPr/>
        </p:nvSpPr>
        <p:spPr>
          <a:xfrm>
            <a:off x="2630395" y="1250294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7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1" y="15331"/>
                </a:lnTo>
                <a:lnTo>
                  <a:pt x="15814" y="14808"/>
                </a:lnTo>
                <a:lnTo>
                  <a:pt x="16251" y="14252"/>
                </a:lnTo>
                <a:lnTo>
                  <a:pt x="16642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2"/>
                </a:lnTo>
                <a:lnTo>
                  <a:pt x="17961" y="8981"/>
                </a:lnTo>
                <a:lnTo>
                  <a:pt x="17933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7"/>
                </a:lnTo>
                <a:lnTo>
                  <a:pt x="16642" y="4295"/>
                </a:lnTo>
                <a:lnTo>
                  <a:pt x="16251" y="3709"/>
                </a:lnTo>
                <a:lnTo>
                  <a:pt x="15814" y="3153"/>
                </a:lnTo>
                <a:lnTo>
                  <a:pt x="15331" y="2631"/>
                </a:lnTo>
                <a:lnTo>
                  <a:pt x="14808" y="2148"/>
                </a:lnTo>
                <a:lnTo>
                  <a:pt x="14252" y="1710"/>
                </a:lnTo>
                <a:lnTo>
                  <a:pt x="13667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9"/>
                </a:lnTo>
                <a:lnTo>
                  <a:pt x="8981" y="0"/>
                </a:lnTo>
                <a:lnTo>
                  <a:pt x="8270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8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1" y="2631"/>
                </a:lnTo>
                <a:lnTo>
                  <a:pt x="2148" y="3153"/>
                </a:lnTo>
                <a:lnTo>
                  <a:pt x="1711" y="3709"/>
                </a:lnTo>
                <a:lnTo>
                  <a:pt x="1320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9" y="8270"/>
                </a:lnTo>
                <a:lnTo>
                  <a:pt x="0" y="8981"/>
                </a:lnTo>
                <a:lnTo>
                  <a:pt x="29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6"/>
                </a:lnTo>
                <a:lnTo>
                  <a:pt x="1711" y="14252"/>
                </a:lnTo>
                <a:lnTo>
                  <a:pt x="2148" y="14808"/>
                </a:lnTo>
                <a:lnTo>
                  <a:pt x="2631" y="15331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8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3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hape"/>
          <p:cNvSpPr/>
          <p:nvPr/>
        </p:nvSpPr>
        <p:spPr>
          <a:xfrm>
            <a:off x="2655648" y="1305659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2"/>
                </a:lnTo>
                <a:lnTo>
                  <a:pt x="14252" y="16251"/>
                </a:lnTo>
                <a:lnTo>
                  <a:pt x="14807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8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2" y="1711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1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8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19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4" y="16642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hape"/>
          <p:cNvSpPr/>
          <p:nvPr/>
        </p:nvSpPr>
        <p:spPr>
          <a:xfrm>
            <a:off x="2792410" y="1282620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hape"/>
          <p:cNvSpPr/>
          <p:nvPr/>
        </p:nvSpPr>
        <p:spPr>
          <a:xfrm>
            <a:off x="2709705" y="1198425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1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1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3"/>
                </a:lnTo>
                <a:lnTo>
                  <a:pt x="17849" y="10393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49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hape"/>
          <p:cNvSpPr/>
          <p:nvPr/>
        </p:nvSpPr>
        <p:spPr>
          <a:xfrm>
            <a:off x="2785004" y="1325923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1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1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7" y="12416"/>
                </a:lnTo>
                <a:lnTo>
                  <a:pt x="17519" y="11759"/>
                </a:lnTo>
                <a:lnTo>
                  <a:pt x="17710" y="11083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6"/>
                </a:lnTo>
                <a:lnTo>
                  <a:pt x="17519" y="6201"/>
                </a:lnTo>
                <a:lnTo>
                  <a:pt x="17277" y="5543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3" y="111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1"/>
                </a:lnTo>
                <a:lnTo>
                  <a:pt x="6876" y="249"/>
                </a:lnTo>
                <a:lnTo>
                  <a:pt x="6201" y="440"/>
                </a:lnTo>
                <a:lnTo>
                  <a:pt x="5543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3" y="12416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3" y="17277"/>
                </a:lnTo>
                <a:lnTo>
                  <a:pt x="6201" y="17519"/>
                </a:lnTo>
                <a:lnTo>
                  <a:pt x="6876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hape"/>
          <p:cNvSpPr/>
          <p:nvPr/>
        </p:nvSpPr>
        <p:spPr>
          <a:xfrm>
            <a:off x="2738705" y="1266568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7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4"/>
                </a:lnTo>
                <a:lnTo>
                  <a:pt x="440" y="6201"/>
                </a:lnTo>
                <a:lnTo>
                  <a:pt x="249" y="6877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4"/>
                </a:lnTo>
                <a:lnTo>
                  <a:pt x="249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hape"/>
          <p:cNvSpPr/>
          <p:nvPr/>
        </p:nvSpPr>
        <p:spPr>
          <a:xfrm>
            <a:off x="2761483" y="1244042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1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6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1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3"/>
                </a:lnTo>
                <a:lnTo>
                  <a:pt x="17849" y="10393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6"/>
                </a:lnTo>
                <a:lnTo>
                  <a:pt x="12417" y="683"/>
                </a:lnTo>
                <a:lnTo>
                  <a:pt x="11759" y="440"/>
                </a:lnTo>
                <a:lnTo>
                  <a:pt x="11084" y="249"/>
                </a:lnTo>
                <a:lnTo>
                  <a:pt x="10394" y="111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1"/>
                </a:lnTo>
                <a:lnTo>
                  <a:pt x="6877" y="249"/>
                </a:lnTo>
                <a:lnTo>
                  <a:pt x="6201" y="440"/>
                </a:lnTo>
                <a:lnTo>
                  <a:pt x="5544" y="683"/>
                </a:lnTo>
                <a:lnTo>
                  <a:pt x="4907" y="976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3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6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hape"/>
          <p:cNvSpPr/>
          <p:nvPr/>
        </p:nvSpPr>
        <p:spPr>
          <a:xfrm>
            <a:off x="2616342" y="1323220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3" y="17711"/>
                </a:lnTo>
                <a:lnTo>
                  <a:pt x="11759" y="17520"/>
                </a:lnTo>
                <a:lnTo>
                  <a:pt x="12416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1" y="16251"/>
                </a:lnTo>
                <a:lnTo>
                  <a:pt x="14807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7"/>
                </a:lnTo>
                <a:lnTo>
                  <a:pt x="16983" y="13054"/>
                </a:lnTo>
                <a:lnTo>
                  <a:pt x="17276" y="12417"/>
                </a:lnTo>
                <a:lnTo>
                  <a:pt x="17519" y="11760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2"/>
                </a:lnTo>
                <a:lnTo>
                  <a:pt x="17960" y="8981"/>
                </a:lnTo>
                <a:lnTo>
                  <a:pt x="17932" y="8270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2"/>
                </a:lnTo>
                <a:lnTo>
                  <a:pt x="17276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7" y="2148"/>
                </a:lnTo>
                <a:lnTo>
                  <a:pt x="14251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6" y="684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6" y="4907"/>
                </a:lnTo>
                <a:lnTo>
                  <a:pt x="683" y="5544"/>
                </a:lnTo>
                <a:lnTo>
                  <a:pt x="440" y="6202"/>
                </a:lnTo>
                <a:lnTo>
                  <a:pt x="249" y="6877"/>
                </a:lnTo>
                <a:lnTo>
                  <a:pt x="111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1" y="10394"/>
                </a:lnTo>
                <a:lnTo>
                  <a:pt x="249" y="11084"/>
                </a:lnTo>
                <a:lnTo>
                  <a:pt x="440" y="11760"/>
                </a:lnTo>
                <a:lnTo>
                  <a:pt x="683" y="12417"/>
                </a:lnTo>
                <a:lnTo>
                  <a:pt x="976" y="13054"/>
                </a:lnTo>
                <a:lnTo>
                  <a:pt x="1319" y="13667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hape"/>
          <p:cNvSpPr/>
          <p:nvPr/>
        </p:nvSpPr>
        <p:spPr>
          <a:xfrm>
            <a:off x="2716703" y="1283740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0" y="17960"/>
                </a:moveTo>
                <a:lnTo>
                  <a:pt x="9691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59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1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2" y="9691"/>
                </a:lnTo>
                <a:lnTo>
                  <a:pt x="17961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1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hape"/>
          <p:cNvSpPr/>
          <p:nvPr/>
        </p:nvSpPr>
        <p:spPr>
          <a:xfrm>
            <a:off x="2709255" y="1224369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3" y="17710"/>
                </a:lnTo>
                <a:lnTo>
                  <a:pt x="11759" y="17519"/>
                </a:lnTo>
                <a:lnTo>
                  <a:pt x="12416" y="17276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1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1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6" y="12416"/>
                </a:lnTo>
                <a:lnTo>
                  <a:pt x="17519" y="11759"/>
                </a:lnTo>
                <a:lnTo>
                  <a:pt x="17710" y="11083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6"/>
                </a:lnTo>
                <a:lnTo>
                  <a:pt x="17519" y="6201"/>
                </a:lnTo>
                <a:lnTo>
                  <a:pt x="17276" y="5543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6"/>
                </a:lnTo>
                <a:lnTo>
                  <a:pt x="12416" y="683"/>
                </a:lnTo>
                <a:lnTo>
                  <a:pt x="11759" y="440"/>
                </a:lnTo>
                <a:lnTo>
                  <a:pt x="11083" y="249"/>
                </a:lnTo>
                <a:lnTo>
                  <a:pt x="10393" y="111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1"/>
                </a:lnTo>
                <a:lnTo>
                  <a:pt x="6876" y="249"/>
                </a:lnTo>
                <a:lnTo>
                  <a:pt x="6201" y="440"/>
                </a:lnTo>
                <a:lnTo>
                  <a:pt x="5543" y="683"/>
                </a:lnTo>
                <a:lnTo>
                  <a:pt x="4907" y="976"/>
                </a:lnTo>
                <a:lnTo>
                  <a:pt x="4294" y="1319"/>
                </a:lnTo>
                <a:lnTo>
                  <a:pt x="3708" y="1710"/>
                </a:lnTo>
                <a:lnTo>
                  <a:pt x="3152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6" y="4907"/>
                </a:lnTo>
                <a:lnTo>
                  <a:pt x="683" y="5543"/>
                </a:lnTo>
                <a:lnTo>
                  <a:pt x="440" y="6201"/>
                </a:lnTo>
                <a:lnTo>
                  <a:pt x="249" y="6876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3"/>
                </a:lnTo>
                <a:lnTo>
                  <a:pt x="249" y="11083"/>
                </a:lnTo>
                <a:lnTo>
                  <a:pt x="440" y="11759"/>
                </a:lnTo>
                <a:lnTo>
                  <a:pt x="683" y="12416"/>
                </a:lnTo>
                <a:lnTo>
                  <a:pt x="976" y="13053"/>
                </a:lnTo>
                <a:lnTo>
                  <a:pt x="1319" y="13666"/>
                </a:lnTo>
                <a:lnTo>
                  <a:pt x="1710" y="14251"/>
                </a:lnTo>
                <a:lnTo>
                  <a:pt x="2147" y="14807"/>
                </a:lnTo>
                <a:lnTo>
                  <a:pt x="2630" y="15330"/>
                </a:lnTo>
                <a:lnTo>
                  <a:pt x="3152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3" y="17276"/>
                </a:lnTo>
                <a:lnTo>
                  <a:pt x="6201" y="17519"/>
                </a:lnTo>
                <a:lnTo>
                  <a:pt x="6876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hape"/>
          <p:cNvSpPr/>
          <p:nvPr/>
        </p:nvSpPr>
        <p:spPr>
          <a:xfrm>
            <a:off x="2790403" y="1189652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hape"/>
          <p:cNvSpPr/>
          <p:nvPr/>
        </p:nvSpPr>
        <p:spPr>
          <a:xfrm>
            <a:off x="2676554" y="1372510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hape"/>
          <p:cNvSpPr/>
          <p:nvPr/>
        </p:nvSpPr>
        <p:spPr>
          <a:xfrm>
            <a:off x="2729434" y="1183805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7" y="16642"/>
                </a:lnTo>
                <a:lnTo>
                  <a:pt x="14252" y="16251"/>
                </a:lnTo>
                <a:lnTo>
                  <a:pt x="14808" y="15814"/>
                </a:lnTo>
                <a:lnTo>
                  <a:pt x="15331" y="15331"/>
                </a:lnTo>
                <a:lnTo>
                  <a:pt x="15814" y="14808"/>
                </a:lnTo>
                <a:lnTo>
                  <a:pt x="16251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2"/>
                </a:lnTo>
                <a:lnTo>
                  <a:pt x="17961" y="8981"/>
                </a:lnTo>
                <a:lnTo>
                  <a:pt x="17933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8"/>
                </a:lnTo>
                <a:lnTo>
                  <a:pt x="16641" y="4295"/>
                </a:lnTo>
                <a:lnTo>
                  <a:pt x="16251" y="3709"/>
                </a:lnTo>
                <a:lnTo>
                  <a:pt x="15814" y="3153"/>
                </a:lnTo>
                <a:lnTo>
                  <a:pt x="15331" y="2631"/>
                </a:lnTo>
                <a:lnTo>
                  <a:pt x="14808" y="2148"/>
                </a:lnTo>
                <a:lnTo>
                  <a:pt x="14252" y="1711"/>
                </a:lnTo>
                <a:lnTo>
                  <a:pt x="13667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9"/>
                </a:lnTo>
                <a:lnTo>
                  <a:pt x="8981" y="0"/>
                </a:lnTo>
                <a:lnTo>
                  <a:pt x="8270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1"/>
                </a:lnTo>
                <a:lnTo>
                  <a:pt x="3153" y="2148"/>
                </a:lnTo>
                <a:lnTo>
                  <a:pt x="2631" y="2631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8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9" y="8270"/>
                </a:lnTo>
                <a:lnTo>
                  <a:pt x="0" y="8981"/>
                </a:lnTo>
                <a:lnTo>
                  <a:pt x="29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7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5" y="16642"/>
                </a:lnTo>
                <a:lnTo>
                  <a:pt x="4907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3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hape"/>
          <p:cNvSpPr/>
          <p:nvPr/>
        </p:nvSpPr>
        <p:spPr>
          <a:xfrm>
            <a:off x="2609145" y="1407697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2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4"/>
                </a:lnTo>
                <a:lnTo>
                  <a:pt x="17277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4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7"/>
                </a:lnTo>
                <a:lnTo>
                  <a:pt x="17519" y="6201"/>
                </a:lnTo>
                <a:lnTo>
                  <a:pt x="17277" y="5544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4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3" y="17277"/>
                </a:lnTo>
                <a:lnTo>
                  <a:pt x="6201" y="17520"/>
                </a:lnTo>
                <a:lnTo>
                  <a:pt x="6876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hape"/>
          <p:cNvSpPr/>
          <p:nvPr/>
        </p:nvSpPr>
        <p:spPr>
          <a:xfrm>
            <a:off x="2682439" y="1227328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hape"/>
          <p:cNvSpPr/>
          <p:nvPr/>
        </p:nvSpPr>
        <p:spPr>
          <a:xfrm>
            <a:off x="2668021" y="1213447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7" y="16641"/>
                </a:lnTo>
                <a:lnTo>
                  <a:pt x="14252" y="16251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4" y="14808"/>
                </a:lnTo>
                <a:lnTo>
                  <a:pt x="16251" y="14252"/>
                </a:lnTo>
                <a:lnTo>
                  <a:pt x="16642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2" y="4295"/>
                </a:lnTo>
                <a:lnTo>
                  <a:pt x="16251" y="3709"/>
                </a:lnTo>
                <a:lnTo>
                  <a:pt x="15814" y="3153"/>
                </a:lnTo>
                <a:lnTo>
                  <a:pt x="15331" y="2630"/>
                </a:lnTo>
                <a:lnTo>
                  <a:pt x="14808" y="2148"/>
                </a:lnTo>
                <a:lnTo>
                  <a:pt x="14252" y="1710"/>
                </a:lnTo>
                <a:lnTo>
                  <a:pt x="13667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8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9" y="8269"/>
                </a:lnTo>
                <a:lnTo>
                  <a:pt x="0" y="8980"/>
                </a:lnTo>
                <a:lnTo>
                  <a:pt x="29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5" y="16641"/>
                </a:lnTo>
                <a:lnTo>
                  <a:pt x="4908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2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hape"/>
          <p:cNvSpPr/>
          <p:nvPr/>
        </p:nvSpPr>
        <p:spPr>
          <a:xfrm>
            <a:off x="2629444" y="1375959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1" y="17960"/>
                </a:moveTo>
                <a:lnTo>
                  <a:pt x="9692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60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3" y="14807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3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9" y="8269"/>
                </a:lnTo>
                <a:lnTo>
                  <a:pt x="0" y="8980"/>
                </a:lnTo>
                <a:lnTo>
                  <a:pt x="29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7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2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70" y="17932"/>
                </a:lnTo>
                <a:lnTo>
                  <a:pt x="8981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hape"/>
          <p:cNvSpPr/>
          <p:nvPr/>
        </p:nvSpPr>
        <p:spPr>
          <a:xfrm>
            <a:off x="2778126" y="1307907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1" y="17960"/>
                </a:moveTo>
                <a:lnTo>
                  <a:pt x="9692" y="17932"/>
                </a:lnTo>
                <a:lnTo>
                  <a:pt x="10394" y="17848"/>
                </a:lnTo>
                <a:lnTo>
                  <a:pt x="11084" y="17710"/>
                </a:lnTo>
                <a:lnTo>
                  <a:pt x="11760" y="17519"/>
                </a:lnTo>
                <a:lnTo>
                  <a:pt x="12417" y="17277"/>
                </a:lnTo>
                <a:lnTo>
                  <a:pt x="13054" y="16983"/>
                </a:lnTo>
                <a:lnTo>
                  <a:pt x="13667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4" y="14807"/>
                </a:lnTo>
                <a:lnTo>
                  <a:pt x="16251" y="14251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6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6"/>
                </a:lnTo>
                <a:lnTo>
                  <a:pt x="17520" y="6201"/>
                </a:lnTo>
                <a:lnTo>
                  <a:pt x="17277" y="5543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8"/>
                </a:lnTo>
                <a:lnTo>
                  <a:pt x="15814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7" y="1319"/>
                </a:lnTo>
                <a:lnTo>
                  <a:pt x="13054" y="977"/>
                </a:lnTo>
                <a:lnTo>
                  <a:pt x="12417" y="683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3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8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3"/>
                </a:lnTo>
                <a:lnTo>
                  <a:pt x="441" y="6201"/>
                </a:lnTo>
                <a:lnTo>
                  <a:pt x="250" y="6876"/>
                </a:lnTo>
                <a:lnTo>
                  <a:pt x="112" y="7567"/>
                </a:lnTo>
                <a:lnTo>
                  <a:pt x="29" y="8269"/>
                </a:lnTo>
                <a:lnTo>
                  <a:pt x="0" y="8980"/>
                </a:lnTo>
                <a:lnTo>
                  <a:pt x="29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6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1"/>
                </a:lnTo>
                <a:lnTo>
                  <a:pt x="2148" y="14807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3"/>
                </a:lnTo>
                <a:lnTo>
                  <a:pt x="5544" y="17277"/>
                </a:lnTo>
                <a:lnTo>
                  <a:pt x="6202" y="17519"/>
                </a:lnTo>
                <a:lnTo>
                  <a:pt x="6877" y="17710"/>
                </a:lnTo>
                <a:lnTo>
                  <a:pt x="7567" y="17848"/>
                </a:lnTo>
                <a:lnTo>
                  <a:pt x="8270" y="17932"/>
                </a:lnTo>
                <a:lnTo>
                  <a:pt x="8981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hape"/>
          <p:cNvSpPr/>
          <p:nvPr/>
        </p:nvSpPr>
        <p:spPr>
          <a:xfrm>
            <a:off x="2680612" y="1212306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0" y="17961"/>
                </a:moveTo>
                <a:lnTo>
                  <a:pt x="9691" y="17933"/>
                </a:lnTo>
                <a:lnTo>
                  <a:pt x="10394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8" y="15814"/>
                </a:lnTo>
                <a:lnTo>
                  <a:pt x="15330" y="15331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7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1" y="8981"/>
                </a:lnTo>
                <a:lnTo>
                  <a:pt x="17932" y="8270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2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1" y="3709"/>
                </a:lnTo>
                <a:lnTo>
                  <a:pt x="15813" y="3153"/>
                </a:lnTo>
                <a:lnTo>
                  <a:pt x="15330" y="2631"/>
                </a:lnTo>
                <a:lnTo>
                  <a:pt x="14808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4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1" y="29"/>
                </a:lnTo>
                <a:lnTo>
                  <a:pt x="8980" y="0"/>
                </a:lnTo>
                <a:lnTo>
                  <a:pt x="8269" y="29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1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5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2"/>
                </a:lnTo>
                <a:lnTo>
                  <a:pt x="250" y="6877"/>
                </a:lnTo>
                <a:lnTo>
                  <a:pt x="112" y="7567"/>
                </a:lnTo>
                <a:lnTo>
                  <a:pt x="28" y="8270"/>
                </a:lnTo>
                <a:lnTo>
                  <a:pt x="0" y="8981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4" y="12417"/>
                </a:lnTo>
                <a:lnTo>
                  <a:pt x="977" y="13054"/>
                </a:lnTo>
                <a:lnTo>
                  <a:pt x="1320" y="13667"/>
                </a:lnTo>
                <a:lnTo>
                  <a:pt x="1710" y="14252"/>
                </a:lnTo>
                <a:lnTo>
                  <a:pt x="2148" y="14808"/>
                </a:lnTo>
                <a:lnTo>
                  <a:pt x="2630" y="15331"/>
                </a:lnTo>
                <a:lnTo>
                  <a:pt x="3153" y="15814"/>
                </a:lnTo>
                <a:lnTo>
                  <a:pt x="3709" y="16251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hape"/>
          <p:cNvSpPr/>
          <p:nvPr/>
        </p:nvSpPr>
        <p:spPr>
          <a:xfrm>
            <a:off x="2814376" y="1405504"/>
            <a:ext cx="17961" cy="17961"/>
          </a:xfrm>
          <a:custGeom>
            <a:avLst/>
            <a:gdLst/>
            <a:ahLst/>
            <a:cxnLst/>
            <a:rect l="l" t="t" r="r" b="b"/>
            <a:pathLst>
              <a:path w="17961" h="17961">
                <a:moveTo>
                  <a:pt x="8981" y="17961"/>
                </a:moveTo>
                <a:lnTo>
                  <a:pt x="9692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3" y="14808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8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2"/>
                </a:lnTo>
                <a:lnTo>
                  <a:pt x="8981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hape"/>
          <p:cNvSpPr/>
          <p:nvPr/>
        </p:nvSpPr>
        <p:spPr>
          <a:xfrm>
            <a:off x="2727606" y="1257361"/>
            <a:ext cx="17960" cy="17961"/>
          </a:xfrm>
          <a:custGeom>
            <a:avLst/>
            <a:gdLst/>
            <a:ahLst/>
            <a:cxnLst/>
            <a:rect l="l" t="t" r="r" b="b"/>
            <a:pathLst>
              <a:path w="17960" h="17961">
                <a:moveTo>
                  <a:pt x="8980" y="17961"/>
                </a:moveTo>
                <a:lnTo>
                  <a:pt x="9691" y="17933"/>
                </a:lnTo>
                <a:lnTo>
                  <a:pt x="10393" y="17849"/>
                </a:lnTo>
                <a:lnTo>
                  <a:pt x="11084" y="17711"/>
                </a:lnTo>
                <a:lnTo>
                  <a:pt x="11759" y="17520"/>
                </a:lnTo>
                <a:lnTo>
                  <a:pt x="12417" y="17277"/>
                </a:lnTo>
                <a:lnTo>
                  <a:pt x="13053" y="16984"/>
                </a:lnTo>
                <a:lnTo>
                  <a:pt x="13666" y="16641"/>
                </a:lnTo>
                <a:lnTo>
                  <a:pt x="14252" y="16251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8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4" y="13054"/>
                </a:lnTo>
                <a:lnTo>
                  <a:pt x="17277" y="12417"/>
                </a:lnTo>
                <a:lnTo>
                  <a:pt x="17520" y="11760"/>
                </a:lnTo>
                <a:lnTo>
                  <a:pt x="17711" y="11084"/>
                </a:lnTo>
                <a:lnTo>
                  <a:pt x="17849" y="10394"/>
                </a:lnTo>
                <a:lnTo>
                  <a:pt x="17932" y="9692"/>
                </a:lnTo>
                <a:lnTo>
                  <a:pt x="17960" y="8980"/>
                </a:lnTo>
                <a:lnTo>
                  <a:pt x="17932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5"/>
                </a:lnTo>
                <a:lnTo>
                  <a:pt x="16250" y="3709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8"/>
                </a:lnTo>
                <a:lnTo>
                  <a:pt x="14252" y="1710"/>
                </a:lnTo>
                <a:lnTo>
                  <a:pt x="13666" y="1320"/>
                </a:lnTo>
                <a:lnTo>
                  <a:pt x="13053" y="977"/>
                </a:lnTo>
                <a:lnTo>
                  <a:pt x="12417" y="684"/>
                </a:lnTo>
                <a:lnTo>
                  <a:pt x="11759" y="441"/>
                </a:lnTo>
                <a:lnTo>
                  <a:pt x="11084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1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4" y="1320"/>
                </a:lnTo>
                <a:lnTo>
                  <a:pt x="3709" y="1710"/>
                </a:lnTo>
                <a:lnTo>
                  <a:pt x="3153" y="2148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9"/>
                </a:lnTo>
                <a:lnTo>
                  <a:pt x="1319" y="4295"/>
                </a:lnTo>
                <a:lnTo>
                  <a:pt x="977" y="4907"/>
                </a:lnTo>
                <a:lnTo>
                  <a:pt x="683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2"/>
                </a:lnTo>
                <a:lnTo>
                  <a:pt x="112" y="10394"/>
                </a:lnTo>
                <a:lnTo>
                  <a:pt x="250" y="11084"/>
                </a:lnTo>
                <a:lnTo>
                  <a:pt x="441" y="11760"/>
                </a:lnTo>
                <a:lnTo>
                  <a:pt x="683" y="12417"/>
                </a:lnTo>
                <a:lnTo>
                  <a:pt x="977" y="13054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8"/>
                </a:lnTo>
                <a:lnTo>
                  <a:pt x="2630" y="15330"/>
                </a:lnTo>
                <a:lnTo>
                  <a:pt x="3153" y="15813"/>
                </a:lnTo>
                <a:lnTo>
                  <a:pt x="3709" y="16251"/>
                </a:lnTo>
                <a:lnTo>
                  <a:pt x="4294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1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69" y="17933"/>
                </a:lnTo>
                <a:lnTo>
                  <a:pt x="8980" y="17961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hape"/>
          <p:cNvSpPr/>
          <p:nvPr/>
        </p:nvSpPr>
        <p:spPr>
          <a:xfrm>
            <a:off x="2730968" y="1217669"/>
            <a:ext cx="17961" cy="17960"/>
          </a:xfrm>
          <a:custGeom>
            <a:avLst/>
            <a:gdLst/>
            <a:ahLst/>
            <a:cxnLst/>
            <a:rect l="l" t="t" r="r" b="b"/>
            <a:pathLst>
              <a:path w="17961" h="17960">
                <a:moveTo>
                  <a:pt x="8981" y="17960"/>
                </a:moveTo>
                <a:lnTo>
                  <a:pt x="9692" y="17932"/>
                </a:lnTo>
                <a:lnTo>
                  <a:pt x="10394" y="17849"/>
                </a:lnTo>
                <a:lnTo>
                  <a:pt x="11084" y="17711"/>
                </a:lnTo>
                <a:lnTo>
                  <a:pt x="11760" y="17520"/>
                </a:lnTo>
                <a:lnTo>
                  <a:pt x="12417" y="17277"/>
                </a:lnTo>
                <a:lnTo>
                  <a:pt x="13054" y="16984"/>
                </a:lnTo>
                <a:lnTo>
                  <a:pt x="13666" y="16641"/>
                </a:lnTo>
                <a:lnTo>
                  <a:pt x="14252" y="16250"/>
                </a:lnTo>
                <a:lnTo>
                  <a:pt x="14808" y="15813"/>
                </a:lnTo>
                <a:lnTo>
                  <a:pt x="15331" y="15330"/>
                </a:lnTo>
                <a:lnTo>
                  <a:pt x="15813" y="14807"/>
                </a:lnTo>
                <a:lnTo>
                  <a:pt x="16251" y="14252"/>
                </a:lnTo>
                <a:lnTo>
                  <a:pt x="16641" y="13666"/>
                </a:lnTo>
                <a:lnTo>
                  <a:pt x="16984" y="13053"/>
                </a:lnTo>
                <a:lnTo>
                  <a:pt x="17277" y="12417"/>
                </a:lnTo>
                <a:lnTo>
                  <a:pt x="17520" y="11759"/>
                </a:lnTo>
                <a:lnTo>
                  <a:pt x="17711" y="11084"/>
                </a:lnTo>
                <a:lnTo>
                  <a:pt x="17849" y="10393"/>
                </a:lnTo>
                <a:lnTo>
                  <a:pt x="17933" y="9691"/>
                </a:lnTo>
                <a:lnTo>
                  <a:pt x="17961" y="8980"/>
                </a:lnTo>
                <a:lnTo>
                  <a:pt x="17933" y="8269"/>
                </a:lnTo>
                <a:lnTo>
                  <a:pt x="17849" y="7567"/>
                </a:lnTo>
                <a:lnTo>
                  <a:pt x="17711" y="6877"/>
                </a:lnTo>
                <a:lnTo>
                  <a:pt x="17520" y="6201"/>
                </a:lnTo>
                <a:lnTo>
                  <a:pt x="17277" y="5544"/>
                </a:lnTo>
                <a:lnTo>
                  <a:pt x="16984" y="4907"/>
                </a:lnTo>
                <a:lnTo>
                  <a:pt x="16641" y="4294"/>
                </a:lnTo>
                <a:lnTo>
                  <a:pt x="16251" y="3709"/>
                </a:lnTo>
                <a:lnTo>
                  <a:pt x="15813" y="3153"/>
                </a:lnTo>
                <a:lnTo>
                  <a:pt x="15331" y="2630"/>
                </a:lnTo>
                <a:lnTo>
                  <a:pt x="14808" y="2147"/>
                </a:lnTo>
                <a:lnTo>
                  <a:pt x="14252" y="1710"/>
                </a:lnTo>
                <a:lnTo>
                  <a:pt x="13666" y="1319"/>
                </a:lnTo>
                <a:lnTo>
                  <a:pt x="13054" y="977"/>
                </a:lnTo>
                <a:lnTo>
                  <a:pt x="12417" y="684"/>
                </a:lnTo>
                <a:lnTo>
                  <a:pt x="11760" y="441"/>
                </a:lnTo>
                <a:lnTo>
                  <a:pt x="11084" y="250"/>
                </a:lnTo>
                <a:lnTo>
                  <a:pt x="10394" y="112"/>
                </a:lnTo>
                <a:lnTo>
                  <a:pt x="9692" y="28"/>
                </a:lnTo>
                <a:lnTo>
                  <a:pt x="8981" y="0"/>
                </a:lnTo>
                <a:lnTo>
                  <a:pt x="8270" y="28"/>
                </a:lnTo>
                <a:lnTo>
                  <a:pt x="7567" y="112"/>
                </a:lnTo>
                <a:lnTo>
                  <a:pt x="6877" y="250"/>
                </a:lnTo>
                <a:lnTo>
                  <a:pt x="6202" y="441"/>
                </a:lnTo>
                <a:lnTo>
                  <a:pt x="5544" y="684"/>
                </a:lnTo>
                <a:lnTo>
                  <a:pt x="4907" y="977"/>
                </a:lnTo>
                <a:lnTo>
                  <a:pt x="4295" y="1319"/>
                </a:lnTo>
                <a:lnTo>
                  <a:pt x="3709" y="1710"/>
                </a:lnTo>
                <a:lnTo>
                  <a:pt x="3153" y="2147"/>
                </a:lnTo>
                <a:lnTo>
                  <a:pt x="2631" y="2630"/>
                </a:lnTo>
                <a:lnTo>
                  <a:pt x="2148" y="3153"/>
                </a:lnTo>
                <a:lnTo>
                  <a:pt x="1710" y="3709"/>
                </a:lnTo>
                <a:lnTo>
                  <a:pt x="1320" y="4294"/>
                </a:lnTo>
                <a:lnTo>
                  <a:pt x="977" y="4907"/>
                </a:lnTo>
                <a:lnTo>
                  <a:pt x="684" y="5544"/>
                </a:lnTo>
                <a:lnTo>
                  <a:pt x="441" y="6201"/>
                </a:lnTo>
                <a:lnTo>
                  <a:pt x="250" y="6877"/>
                </a:lnTo>
                <a:lnTo>
                  <a:pt x="112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2" y="10393"/>
                </a:lnTo>
                <a:lnTo>
                  <a:pt x="250" y="11084"/>
                </a:lnTo>
                <a:lnTo>
                  <a:pt x="441" y="11759"/>
                </a:lnTo>
                <a:lnTo>
                  <a:pt x="684" y="12417"/>
                </a:lnTo>
                <a:lnTo>
                  <a:pt x="977" y="13053"/>
                </a:lnTo>
                <a:lnTo>
                  <a:pt x="1320" y="13666"/>
                </a:lnTo>
                <a:lnTo>
                  <a:pt x="1710" y="14252"/>
                </a:lnTo>
                <a:lnTo>
                  <a:pt x="2148" y="14807"/>
                </a:lnTo>
                <a:lnTo>
                  <a:pt x="2631" y="15330"/>
                </a:lnTo>
                <a:lnTo>
                  <a:pt x="3153" y="15813"/>
                </a:lnTo>
                <a:lnTo>
                  <a:pt x="3709" y="16250"/>
                </a:lnTo>
                <a:lnTo>
                  <a:pt x="4295" y="16641"/>
                </a:lnTo>
                <a:lnTo>
                  <a:pt x="4907" y="16984"/>
                </a:lnTo>
                <a:lnTo>
                  <a:pt x="5544" y="17277"/>
                </a:lnTo>
                <a:lnTo>
                  <a:pt x="6202" y="17520"/>
                </a:lnTo>
                <a:lnTo>
                  <a:pt x="6877" y="17711"/>
                </a:lnTo>
                <a:lnTo>
                  <a:pt x="7567" y="17849"/>
                </a:lnTo>
                <a:lnTo>
                  <a:pt x="8270" y="17932"/>
                </a:lnTo>
                <a:lnTo>
                  <a:pt x="8981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hape"/>
          <p:cNvSpPr/>
          <p:nvPr/>
        </p:nvSpPr>
        <p:spPr>
          <a:xfrm>
            <a:off x="2738321" y="1285210"/>
            <a:ext cx="17960" cy="17960"/>
          </a:xfrm>
          <a:custGeom>
            <a:avLst/>
            <a:gdLst/>
            <a:ahLst/>
            <a:cxnLst/>
            <a:rect l="l" t="t" r="r" b="b"/>
            <a:pathLst>
              <a:path w="17960" h="17960">
                <a:moveTo>
                  <a:pt x="8980" y="17960"/>
                </a:moveTo>
                <a:lnTo>
                  <a:pt x="9691" y="17932"/>
                </a:lnTo>
                <a:lnTo>
                  <a:pt x="10393" y="17848"/>
                </a:lnTo>
                <a:lnTo>
                  <a:pt x="11083" y="17710"/>
                </a:lnTo>
                <a:lnTo>
                  <a:pt x="11759" y="17519"/>
                </a:lnTo>
                <a:lnTo>
                  <a:pt x="12416" y="17277"/>
                </a:lnTo>
                <a:lnTo>
                  <a:pt x="13053" y="16983"/>
                </a:lnTo>
                <a:lnTo>
                  <a:pt x="13666" y="16641"/>
                </a:lnTo>
                <a:lnTo>
                  <a:pt x="14251" y="16250"/>
                </a:lnTo>
                <a:lnTo>
                  <a:pt x="14807" y="15813"/>
                </a:lnTo>
                <a:lnTo>
                  <a:pt x="15330" y="15330"/>
                </a:lnTo>
                <a:lnTo>
                  <a:pt x="15813" y="14807"/>
                </a:lnTo>
                <a:lnTo>
                  <a:pt x="16250" y="14252"/>
                </a:lnTo>
                <a:lnTo>
                  <a:pt x="16641" y="13666"/>
                </a:lnTo>
                <a:lnTo>
                  <a:pt x="16983" y="13053"/>
                </a:lnTo>
                <a:lnTo>
                  <a:pt x="17276" y="12417"/>
                </a:lnTo>
                <a:lnTo>
                  <a:pt x="17519" y="11759"/>
                </a:lnTo>
                <a:lnTo>
                  <a:pt x="17710" y="11084"/>
                </a:lnTo>
                <a:lnTo>
                  <a:pt x="17848" y="10393"/>
                </a:lnTo>
                <a:lnTo>
                  <a:pt x="17932" y="9691"/>
                </a:lnTo>
                <a:lnTo>
                  <a:pt x="17960" y="8980"/>
                </a:lnTo>
                <a:lnTo>
                  <a:pt x="17932" y="8269"/>
                </a:lnTo>
                <a:lnTo>
                  <a:pt x="17848" y="7567"/>
                </a:lnTo>
                <a:lnTo>
                  <a:pt x="17710" y="6876"/>
                </a:lnTo>
                <a:lnTo>
                  <a:pt x="17519" y="6201"/>
                </a:lnTo>
                <a:lnTo>
                  <a:pt x="17276" y="5543"/>
                </a:lnTo>
                <a:lnTo>
                  <a:pt x="16983" y="4907"/>
                </a:lnTo>
                <a:lnTo>
                  <a:pt x="16641" y="4294"/>
                </a:lnTo>
                <a:lnTo>
                  <a:pt x="16250" y="3708"/>
                </a:lnTo>
                <a:lnTo>
                  <a:pt x="15813" y="3153"/>
                </a:lnTo>
                <a:lnTo>
                  <a:pt x="15330" y="2630"/>
                </a:lnTo>
                <a:lnTo>
                  <a:pt x="14807" y="2147"/>
                </a:lnTo>
                <a:lnTo>
                  <a:pt x="14251" y="1710"/>
                </a:lnTo>
                <a:lnTo>
                  <a:pt x="13666" y="1319"/>
                </a:lnTo>
                <a:lnTo>
                  <a:pt x="13053" y="977"/>
                </a:lnTo>
                <a:lnTo>
                  <a:pt x="12416" y="683"/>
                </a:lnTo>
                <a:lnTo>
                  <a:pt x="11759" y="441"/>
                </a:lnTo>
                <a:lnTo>
                  <a:pt x="11083" y="250"/>
                </a:lnTo>
                <a:lnTo>
                  <a:pt x="10393" y="112"/>
                </a:lnTo>
                <a:lnTo>
                  <a:pt x="9691" y="28"/>
                </a:lnTo>
                <a:lnTo>
                  <a:pt x="8980" y="0"/>
                </a:lnTo>
                <a:lnTo>
                  <a:pt x="8269" y="28"/>
                </a:lnTo>
                <a:lnTo>
                  <a:pt x="7567" y="112"/>
                </a:lnTo>
                <a:lnTo>
                  <a:pt x="6876" y="250"/>
                </a:lnTo>
                <a:lnTo>
                  <a:pt x="6201" y="441"/>
                </a:lnTo>
                <a:lnTo>
                  <a:pt x="5543" y="683"/>
                </a:lnTo>
                <a:lnTo>
                  <a:pt x="4907" y="977"/>
                </a:lnTo>
                <a:lnTo>
                  <a:pt x="4294" y="1319"/>
                </a:lnTo>
                <a:lnTo>
                  <a:pt x="3708" y="1710"/>
                </a:lnTo>
                <a:lnTo>
                  <a:pt x="3153" y="2147"/>
                </a:lnTo>
                <a:lnTo>
                  <a:pt x="2630" y="2630"/>
                </a:lnTo>
                <a:lnTo>
                  <a:pt x="2147" y="3153"/>
                </a:lnTo>
                <a:lnTo>
                  <a:pt x="1710" y="3708"/>
                </a:lnTo>
                <a:lnTo>
                  <a:pt x="1319" y="4294"/>
                </a:lnTo>
                <a:lnTo>
                  <a:pt x="976" y="4907"/>
                </a:lnTo>
                <a:lnTo>
                  <a:pt x="683" y="5543"/>
                </a:lnTo>
                <a:lnTo>
                  <a:pt x="440" y="6201"/>
                </a:lnTo>
                <a:lnTo>
                  <a:pt x="249" y="6876"/>
                </a:lnTo>
                <a:lnTo>
                  <a:pt x="111" y="7567"/>
                </a:lnTo>
                <a:lnTo>
                  <a:pt x="28" y="8269"/>
                </a:lnTo>
                <a:lnTo>
                  <a:pt x="0" y="8980"/>
                </a:lnTo>
                <a:lnTo>
                  <a:pt x="28" y="9691"/>
                </a:lnTo>
                <a:lnTo>
                  <a:pt x="111" y="10393"/>
                </a:lnTo>
                <a:lnTo>
                  <a:pt x="249" y="11084"/>
                </a:lnTo>
                <a:lnTo>
                  <a:pt x="440" y="11759"/>
                </a:lnTo>
                <a:lnTo>
                  <a:pt x="683" y="12417"/>
                </a:lnTo>
                <a:lnTo>
                  <a:pt x="976" y="13053"/>
                </a:lnTo>
                <a:lnTo>
                  <a:pt x="1319" y="13666"/>
                </a:lnTo>
                <a:lnTo>
                  <a:pt x="1710" y="14252"/>
                </a:lnTo>
                <a:lnTo>
                  <a:pt x="2147" y="14807"/>
                </a:lnTo>
                <a:lnTo>
                  <a:pt x="2630" y="15330"/>
                </a:lnTo>
                <a:lnTo>
                  <a:pt x="3153" y="15813"/>
                </a:lnTo>
                <a:lnTo>
                  <a:pt x="3708" y="16250"/>
                </a:lnTo>
                <a:lnTo>
                  <a:pt x="4294" y="16641"/>
                </a:lnTo>
                <a:lnTo>
                  <a:pt x="4907" y="16983"/>
                </a:lnTo>
                <a:lnTo>
                  <a:pt x="5543" y="17277"/>
                </a:lnTo>
                <a:lnTo>
                  <a:pt x="6201" y="17519"/>
                </a:lnTo>
                <a:lnTo>
                  <a:pt x="6876" y="17710"/>
                </a:lnTo>
                <a:lnTo>
                  <a:pt x="7567" y="17848"/>
                </a:lnTo>
                <a:lnTo>
                  <a:pt x="8269" y="17932"/>
                </a:lnTo>
                <a:lnTo>
                  <a:pt x="8980" y="1796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line2d_20"/>
          <p:cNvSpPr/>
          <p:nvPr/>
        </p:nvSpPr>
        <p:spPr>
          <a:xfrm flipV="1">
            <a:off x="2572385" y="1078230"/>
            <a:ext cx="288290" cy="76835"/>
          </a:xfrm>
          <a:custGeom>
            <a:avLst/>
            <a:gdLst/>
            <a:ahLst/>
            <a:cxnLst/>
            <a:rect l="l" t="t" r="r" b="b"/>
            <a:pathLst>
              <a:path w="244800">
                <a:moveTo>
                  <a:pt x="0" y="0"/>
                </a:moveTo>
                <a:lnTo>
                  <a:pt x="244800" y="0"/>
                </a:lnTo>
              </a:path>
            </a:pathLst>
          </a:custGeom>
          <a:noFill/>
          <a:ln w="635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patch_17"/>
          <p:cNvSpPr/>
          <p:nvPr/>
        </p:nvSpPr>
        <p:spPr>
          <a:xfrm>
            <a:off x="2716500" y="967926"/>
            <a:ext cx="0" cy="74281"/>
          </a:xfrm>
          <a:custGeom>
            <a:avLst/>
            <a:gdLst/>
            <a:ahLst/>
            <a:cxnLst/>
            <a:rect l="l" t="t" r="r" b="b"/>
            <a:pathLst>
              <a:path h="74281">
                <a:moveTo>
                  <a:pt x="0" y="0"/>
                </a:moveTo>
                <a:lnTo>
                  <a:pt x="0" y="8195"/>
                </a:lnTo>
                <a:lnTo>
                  <a:pt x="0" y="16220"/>
                </a:lnTo>
                <a:lnTo>
                  <a:pt x="0" y="24074"/>
                </a:lnTo>
                <a:lnTo>
                  <a:pt x="0" y="31757"/>
                </a:lnTo>
                <a:lnTo>
                  <a:pt x="0" y="39271"/>
                </a:lnTo>
                <a:lnTo>
                  <a:pt x="0" y="46613"/>
                </a:lnTo>
                <a:lnTo>
                  <a:pt x="0" y="53786"/>
                </a:lnTo>
                <a:lnTo>
                  <a:pt x="0" y="60788"/>
                </a:lnTo>
                <a:lnTo>
                  <a:pt x="0" y="67620"/>
                </a:lnTo>
                <a:lnTo>
                  <a:pt x="0" y="74281"/>
                </a:lnTo>
              </a:path>
            </a:pathLst>
          </a:custGeom>
          <a:noFill/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atch_17"/>
          <p:cNvSpPr/>
          <p:nvPr/>
        </p:nvSpPr>
        <p:spPr>
          <a:xfrm>
            <a:off x="2703800" y="101680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25400" y="0"/>
                </a:moveTo>
                <a:lnTo>
                  <a:pt x="1270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F646C"/>
          </a:solidFill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patch_18"/>
          <p:cNvSpPr/>
          <p:nvPr/>
        </p:nvSpPr>
        <p:spPr>
          <a:xfrm>
            <a:off x="2716500" y="1475526"/>
            <a:ext cx="0" cy="74281"/>
          </a:xfrm>
          <a:custGeom>
            <a:avLst/>
            <a:gdLst/>
            <a:ahLst/>
            <a:cxnLst/>
            <a:rect l="l" t="t" r="r" b="b"/>
            <a:pathLst>
              <a:path h="74281">
                <a:moveTo>
                  <a:pt x="0" y="0"/>
                </a:moveTo>
                <a:lnTo>
                  <a:pt x="0" y="8195"/>
                </a:lnTo>
                <a:lnTo>
                  <a:pt x="0" y="16220"/>
                </a:lnTo>
                <a:lnTo>
                  <a:pt x="0" y="24074"/>
                </a:lnTo>
                <a:lnTo>
                  <a:pt x="0" y="31757"/>
                </a:lnTo>
                <a:lnTo>
                  <a:pt x="0" y="39271"/>
                </a:lnTo>
                <a:lnTo>
                  <a:pt x="0" y="46613"/>
                </a:lnTo>
                <a:lnTo>
                  <a:pt x="0" y="53786"/>
                </a:lnTo>
                <a:lnTo>
                  <a:pt x="0" y="60788"/>
                </a:lnTo>
                <a:lnTo>
                  <a:pt x="0" y="67620"/>
                </a:lnTo>
                <a:lnTo>
                  <a:pt x="0" y="74281"/>
                </a:lnTo>
              </a:path>
            </a:pathLst>
          </a:custGeom>
          <a:noFill/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patch_18"/>
          <p:cNvSpPr/>
          <p:nvPr/>
        </p:nvSpPr>
        <p:spPr>
          <a:xfrm>
            <a:off x="2703800" y="152440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25400" y="0"/>
                </a:moveTo>
                <a:lnTo>
                  <a:pt x="1270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F646C"/>
          </a:solidFill>
          <a:ln w="7620">
            <a:solidFill>
              <a:srgbClr val="5F6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atch_19"/>
          <p:cNvSpPr/>
          <p:nvPr/>
        </p:nvSpPr>
        <p:spPr>
          <a:xfrm>
            <a:off x="3359785" y="1212850"/>
            <a:ext cx="93345" cy="219710"/>
          </a:xfrm>
          <a:custGeom>
            <a:avLst/>
            <a:gdLst/>
            <a:ahLst/>
            <a:cxnLst/>
            <a:rect l="l" t="t" r="r" b="b"/>
            <a:pathLst>
              <a:path w="75600" h="219600">
                <a:moveTo>
                  <a:pt x="0" y="219600"/>
                </a:moveTo>
                <a:lnTo>
                  <a:pt x="75600" y="219600"/>
                </a:lnTo>
                <a:lnTo>
                  <a:pt x="75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677B5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patch_20"/>
          <p:cNvSpPr/>
          <p:nvPr/>
        </p:nvSpPr>
        <p:spPr>
          <a:xfrm>
            <a:off x="3570605" y="1261745"/>
            <a:ext cx="126365" cy="85725"/>
          </a:xfrm>
          <a:custGeom>
            <a:avLst/>
            <a:gdLst/>
            <a:ahLst/>
            <a:cxnLst/>
            <a:rect l="l" t="t" r="r" b="b"/>
            <a:pathLst>
              <a:path w="118800" h="75600">
                <a:moveTo>
                  <a:pt x="0" y="75600"/>
                </a:moveTo>
                <a:lnTo>
                  <a:pt x="118800" y="75600"/>
                </a:lnTo>
                <a:lnTo>
                  <a:pt x="118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6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patch_21"/>
          <p:cNvSpPr/>
          <p:nvPr/>
        </p:nvSpPr>
        <p:spPr>
          <a:xfrm>
            <a:off x="3242100" y="1263126"/>
            <a:ext cx="103081" cy="0"/>
          </a:xfrm>
          <a:custGeom>
            <a:avLst/>
            <a:gdLst/>
            <a:ahLst/>
            <a:cxnLst/>
            <a:rect l="l" t="t" r="r" b="b"/>
            <a:pathLst>
              <a:path w="103081">
                <a:moveTo>
                  <a:pt x="0" y="0"/>
                </a:moveTo>
                <a:lnTo>
                  <a:pt x="11075" y="0"/>
                </a:lnTo>
                <a:lnTo>
                  <a:pt x="21979" y="0"/>
                </a:lnTo>
                <a:lnTo>
                  <a:pt x="32713" y="0"/>
                </a:lnTo>
                <a:lnTo>
                  <a:pt x="43277" y="0"/>
                </a:lnTo>
                <a:lnTo>
                  <a:pt x="53670" y="0"/>
                </a:lnTo>
                <a:lnTo>
                  <a:pt x="63893" y="0"/>
                </a:lnTo>
                <a:lnTo>
                  <a:pt x="73945" y="0"/>
                </a:lnTo>
                <a:lnTo>
                  <a:pt x="83828" y="0"/>
                </a:lnTo>
                <a:lnTo>
                  <a:pt x="93539" y="0"/>
                </a:lnTo>
                <a:lnTo>
                  <a:pt x="103081" y="0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atch_21"/>
          <p:cNvSpPr/>
          <p:nvPr/>
        </p:nvSpPr>
        <p:spPr>
          <a:xfrm>
            <a:off x="3319781" y="1250426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0" y="0"/>
                </a:moveTo>
                <a:lnTo>
                  <a:pt x="25400" y="12700"/>
                </a:lnTo>
                <a:lnTo>
                  <a:pt x="0" y="25400"/>
                </a:lnTo>
                <a:close/>
              </a:path>
            </a:pathLst>
          </a:custGeom>
          <a:solidFill>
            <a:srgbClr val="1B1B1B"/>
          </a:solidFill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atch_22"/>
          <p:cNvSpPr/>
          <p:nvPr/>
        </p:nvSpPr>
        <p:spPr>
          <a:xfrm>
            <a:off x="3454500" y="1263126"/>
            <a:ext cx="103081" cy="0"/>
          </a:xfrm>
          <a:custGeom>
            <a:avLst/>
            <a:gdLst/>
            <a:ahLst/>
            <a:cxnLst/>
            <a:rect l="l" t="t" r="r" b="b"/>
            <a:pathLst>
              <a:path w="103081">
                <a:moveTo>
                  <a:pt x="0" y="0"/>
                </a:moveTo>
                <a:lnTo>
                  <a:pt x="11075" y="0"/>
                </a:lnTo>
                <a:lnTo>
                  <a:pt x="21979" y="0"/>
                </a:lnTo>
                <a:lnTo>
                  <a:pt x="32713" y="0"/>
                </a:lnTo>
                <a:lnTo>
                  <a:pt x="43277" y="0"/>
                </a:lnTo>
                <a:lnTo>
                  <a:pt x="53670" y="0"/>
                </a:lnTo>
                <a:lnTo>
                  <a:pt x="63893" y="0"/>
                </a:lnTo>
                <a:lnTo>
                  <a:pt x="73945" y="0"/>
                </a:lnTo>
                <a:lnTo>
                  <a:pt x="83828" y="0"/>
                </a:lnTo>
                <a:lnTo>
                  <a:pt x="93539" y="0"/>
                </a:lnTo>
                <a:lnTo>
                  <a:pt x="103081" y="0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atch_22"/>
          <p:cNvSpPr/>
          <p:nvPr/>
        </p:nvSpPr>
        <p:spPr>
          <a:xfrm>
            <a:off x="3532181" y="1250426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0" y="0"/>
                </a:moveTo>
                <a:lnTo>
                  <a:pt x="25400" y="12700"/>
                </a:lnTo>
                <a:lnTo>
                  <a:pt x="0" y="25400"/>
                </a:lnTo>
                <a:close/>
              </a:path>
            </a:pathLst>
          </a:custGeom>
          <a:solidFill>
            <a:srgbClr val="1B1B1B"/>
          </a:solidFill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patch_23"/>
          <p:cNvSpPr/>
          <p:nvPr/>
        </p:nvSpPr>
        <p:spPr>
          <a:xfrm>
            <a:off x="3166500" y="1104726"/>
            <a:ext cx="0" cy="45481"/>
          </a:xfrm>
          <a:custGeom>
            <a:avLst/>
            <a:gdLst/>
            <a:ahLst/>
            <a:cxnLst/>
            <a:rect l="l" t="t" r="r" b="b"/>
            <a:pathLst>
              <a:path h="45481">
                <a:moveTo>
                  <a:pt x="0" y="0"/>
                </a:moveTo>
                <a:lnTo>
                  <a:pt x="0" y="5315"/>
                </a:lnTo>
                <a:lnTo>
                  <a:pt x="0" y="10460"/>
                </a:lnTo>
                <a:lnTo>
                  <a:pt x="0" y="15434"/>
                </a:lnTo>
                <a:lnTo>
                  <a:pt x="0" y="20237"/>
                </a:lnTo>
                <a:lnTo>
                  <a:pt x="0" y="24871"/>
                </a:lnTo>
                <a:lnTo>
                  <a:pt x="0" y="29333"/>
                </a:lnTo>
                <a:lnTo>
                  <a:pt x="0" y="33626"/>
                </a:lnTo>
                <a:lnTo>
                  <a:pt x="0" y="37748"/>
                </a:lnTo>
                <a:lnTo>
                  <a:pt x="0" y="41700"/>
                </a:lnTo>
                <a:lnTo>
                  <a:pt x="0" y="45481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patch_23"/>
          <p:cNvSpPr/>
          <p:nvPr/>
        </p:nvSpPr>
        <p:spPr>
          <a:xfrm>
            <a:off x="3153800" y="112480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25400" y="0"/>
                </a:moveTo>
                <a:lnTo>
                  <a:pt x="1270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: recycle"/>
          <p:cNvSpPr txBox="1"/>
          <p:nvPr/>
        </p:nvSpPr>
        <p:spPr>
          <a:xfrm>
            <a:off x="3283202" y="957644"/>
            <a:ext cx="234594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recycle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40" name="patch_24"/>
          <p:cNvSpPr/>
          <p:nvPr/>
        </p:nvSpPr>
        <p:spPr>
          <a:xfrm>
            <a:off x="3634500" y="1389126"/>
            <a:ext cx="0" cy="139081"/>
          </a:xfrm>
          <a:custGeom>
            <a:avLst/>
            <a:gdLst/>
            <a:ahLst/>
            <a:cxnLst/>
            <a:rect l="l" t="t" r="r" b="b"/>
            <a:pathLst>
              <a:path h="139081">
                <a:moveTo>
                  <a:pt x="0" y="0"/>
                </a:moveTo>
                <a:lnTo>
                  <a:pt x="0" y="14675"/>
                </a:lnTo>
                <a:lnTo>
                  <a:pt x="0" y="29180"/>
                </a:lnTo>
                <a:lnTo>
                  <a:pt x="0" y="43514"/>
                </a:lnTo>
                <a:lnTo>
                  <a:pt x="0" y="57677"/>
                </a:lnTo>
                <a:lnTo>
                  <a:pt x="0" y="71671"/>
                </a:lnTo>
                <a:lnTo>
                  <a:pt x="0" y="85493"/>
                </a:lnTo>
                <a:lnTo>
                  <a:pt x="0" y="99146"/>
                </a:lnTo>
                <a:lnTo>
                  <a:pt x="0" y="112628"/>
                </a:lnTo>
                <a:lnTo>
                  <a:pt x="0" y="125940"/>
                </a:lnTo>
                <a:lnTo>
                  <a:pt x="0" y="139081"/>
                </a:lnTo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atch_24"/>
          <p:cNvSpPr/>
          <p:nvPr/>
        </p:nvSpPr>
        <p:spPr>
          <a:xfrm>
            <a:off x="3621800" y="1502807"/>
            <a:ext cx="25400" cy="25400"/>
          </a:xfrm>
          <a:custGeom>
            <a:avLst/>
            <a:gdLst/>
            <a:ahLst/>
            <a:cxnLst/>
            <a:rect l="l" t="t" r="r" b="b"/>
            <a:pathLst>
              <a:path w="25400" h="25400">
                <a:moveTo>
                  <a:pt x="25400" y="0"/>
                </a:moveTo>
                <a:lnTo>
                  <a:pt x="1270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: NH"/>
          <p:cNvSpPr txBox="1"/>
          <p:nvPr/>
        </p:nvSpPr>
        <p:spPr>
          <a:xfrm>
            <a:off x="3394170" y="1459112"/>
            <a:ext cx="117703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NH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43" name="text: 3"/>
          <p:cNvSpPr txBox="1"/>
          <p:nvPr/>
        </p:nvSpPr>
        <p:spPr>
          <a:xfrm>
            <a:off x="3500344" y="1474682"/>
            <a:ext cx="51663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3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44" name="text: (l)"/>
          <p:cNvSpPr txBox="1"/>
          <p:nvPr/>
        </p:nvSpPr>
        <p:spPr>
          <a:xfrm>
            <a:off x="3540751" y="1459112"/>
            <a:ext cx="77089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(l)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45" name="patch_25"/>
          <p:cNvSpPr/>
          <p:nvPr/>
        </p:nvSpPr>
        <p:spPr>
          <a:xfrm>
            <a:off x="3938700" y="1047126"/>
            <a:ext cx="230400" cy="432000"/>
          </a:xfrm>
          <a:custGeom>
            <a:avLst/>
            <a:gdLst/>
            <a:ahLst/>
            <a:cxnLst/>
            <a:rect l="l" t="t" r="r" b="b"/>
            <a:pathLst>
              <a:path w="230400" h="432000">
                <a:moveTo>
                  <a:pt x="0" y="432000"/>
                </a:moveTo>
                <a:lnTo>
                  <a:pt x="230400" y="432000"/>
                </a:lnTo>
                <a:lnTo>
                  <a:pt x="230400" y="0"/>
                </a:lnTo>
                <a:lnTo>
                  <a:pt x="0" y="0"/>
                </a:lnTo>
                <a:lnTo>
                  <a:pt x="0" y="432000"/>
                </a:lnTo>
                <a:close/>
              </a:path>
            </a:pathLst>
          </a:custGeom>
          <a:noFill/>
          <a:ln w="762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: USD t"/>
          <p:cNvSpPr txBox="1"/>
          <p:nvPr/>
        </p:nvSpPr>
        <p:spPr>
          <a:xfrm>
            <a:off x="3910153" y="951092"/>
            <a:ext cx="264312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USD t</a:t>
            </a:r>
            <a:r>
              <a:rPr sz="420" baseline="45000">
                <a:solidFill>
                  <a:srgbClr val="5F646C"/>
                </a:solidFill>
                <a:latin typeface="Arial"/>
              </a:rPr>
              <a:t>−1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48" name="text: Atomic descriptor"/>
          <p:cNvSpPr txBox="1"/>
          <p:nvPr/>
        </p:nvSpPr>
        <p:spPr>
          <a:xfrm>
            <a:off x="95999" y="1577241"/>
            <a:ext cx="690600" cy="914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Atomic descriptor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149" name="text: N* at the step,"/>
          <p:cNvSpPr txBox="1"/>
          <p:nvPr/>
        </p:nvSpPr>
        <p:spPr>
          <a:xfrm>
            <a:off x="141445" y="1673312"/>
            <a:ext cx="472338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N* at the step,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0" name="text: E"/>
          <p:cNvSpPr txBox="1"/>
          <p:nvPr/>
        </p:nvSpPr>
        <p:spPr>
          <a:xfrm>
            <a:off x="618349" y="1673312"/>
            <a:ext cx="61239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1">
                <a:solidFill>
                  <a:srgbClr val="5F646C"/>
                </a:solidFill>
                <a:latin typeface="Arial" panose="020B0604020202020204"/>
              </a:rPr>
              <a:t>E</a:t>
            </a:r>
            <a:endParaRPr sz="550" b="0" i="1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1" name="text: N"/>
          <p:cNvSpPr txBox="1"/>
          <p:nvPr/>
        </p:nvSpPr>
        <p:spPr>
          <a:xfrm>
            <a:off x="669875" y="1688882"/>
            <a:ext cx="63220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N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2" name="text: Microkinetics"/>
          <p:cNvSpPr txBox="1"/>
          <p:nvPr/>
        </p:nvSpPr>
        <p:spPr>
          <a:xfrm>
            <a:off x="882051" y="1577241"/>
            <a:ext cx="518896" cy="914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Microkinetics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153" name="text: TOF at 673 K"/>
          <p:cNvSpPr txBox="1"/>
          <p:nvPr/>
        </p:nvSpPr>
        <p:spPr>
          <a:xfrm>
            <a:off x="914814" y="1673312"/>
            <a:ext cx="447882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TOF at 673 K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4" name="text: Laboratory test"/>
          <p:cNvSpPr txBox="1"/>
          <p:nvPr/>
        </p:nvSpPr>
        <p:spPr>
          <a:xfrm>
            <a:off x="1671285" y="1577241"/>
            <a:ext cx="589229" cy="914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Laboratory test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155" name="text: measured rate, STY"/>
          <p:cNvSpPr txBox="1"/>
          <p:nvPr/>
        </p:nvSpPr>
        <p:spPr>
          <a:xfrm>
            <a:off x="1630842" y="1672995"/>
            <a:ext cx="625475" cy="8445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550" b="0" i="0">
                <a:solidFill>
                  <a:srgbClr val="5F646C"/>
                </a:solidFill>
                <a:latin typeface="Arial" panose="020B0604020202020204"/>
              </a:rPr>
              <a:t>M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easured rate, STY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6" name="text: Catalyst inventory"/>
          <p:cNvSpPr txBox="1"/>
          <p:nvPr/>
        </p:nvSpPr>
        <p:spPr>
          <a:xfrm>
            <a:off x="2366907" y="1577241"/>
            <a:ext cx="699185" cy="914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Catalyst inventory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157" name="text: V"/>
          <p:cNvSpPr txBox="1"/>
          <p:nvPr/>
        </p:nvSpPr>
        <p:spPr>
          <a:xfrm>
            <a:off x="2490971" y="1673312"/>
            <a:ext cx="61239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1">
                <a:solidFill>
                  <a:srgbClr val="5F646C"/>
                </a:solidFill>
                <a:latin typeface="Arial" panose="020B0604020202020204"/>
              </a:rPr>
              <a:t>V</a:t>
            </a:r>
            <a:endParaRPr sz="550" b="0" i="1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8" name="text: bed"/>
          <p:cNvSpPr txBox="1"/>
          <p:nvPr/>
        </p:nvSpPr>
        <p:spPr>
          <a:xfrm>
            <a:off x="2541220" y="1688882"/>
            <a:ext cx="129590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bed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59" name="text: ≤ 90 m"/>
          <p:cNvSpPr txBox="1"/>
          <p:nvPr/>
        </p:nvSpPr>
        <p:spPr>
          <a:xfrm>
            <a:off x="2668360" y="1673312"/>
            <a:ext cx="233934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≤ 90 m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0" name="text: 3"/>
          <p:cNvSpPr txBox="1"/>
          <p:nvPr/>
        </p:nvSpPr>
        <p:spPr>
          <a:xfrm>
            <a:off x="2891069" y="1650464"/>
            <a:ext cx="51663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3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1" name="text: Synthesis loop"/>
          <p:cNvSpPr txBox="1"/>
          <p:nvPr/>
        </p:nvSpPr>
        <p:spPr>
          <a:xfrm>
            <a:off x="3115759" y="1577241"/>
            <a:ext cx="576681" cy="914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Synthesis loop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162" name="text: T"/>
          <p:cNvSpPr txBox="1"/>
          <p:nvPr/>
        </p:nvSpPr>
        <p:spPr>
          <a:xfrm>
            <a:off x="3231554" y="1673312"/>
            <a:ext cx="56946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1">
                <a:solidFill>
                  <a:srgbClr val="5F646C"/>
                </a:solidFill>
                <a:latin typeface="Arial" panose="020B0604020202020204"/>
              </a:rPr>
              <a:t>T</a:t>
            </a:r>
            <a:endParaRPr sz="550" b="0" i="1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3" name="text: ,"/>
          <p:cNvSpPr txBox="1"/>
          <p:nvPr/>
        </p:nvSpPr>
        <p:spPr>
          <a:xfrm>
            <a:off x="3279010" y="1673312"/>
            <a:ext cx="32842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,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4" name="text: P"/>
          <p:cNvSpPr txBox="1"/>
          <p:nvPr/>
        </p:nvSpPr>
        <p:spPr>
          <a:xfrm>
            <a:off x="3317694" y="1673312"/>
            <a:ext cx="61239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1">
                <a:solidFill>
                  <a:srgbClr val="5F646C"/>
                </a:solidFill>
                <a:latin typeface="Arial" panose="020B0604020202020204"/>
              </a:rPr>
              <a:t>P</a:t>
            </a:r>
            <a:endParaRPr sz="550" b="0" i="1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5" name="text: ,"/>
          <p:cNvSpPr txBox="1"/>
          <p:nvPr/>
        </p:nvSpPr>
        <p:spPr>
          <a:xfrm>
            <a:off x="3369804" y="1673312"/>
            <a:ext cx="32842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,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6" name="text: T"/>
          <p:cNvSpPr txBox="1"/>
          <p:nvPr/>
        </p:nvSpPr>
        <p:spPr>
          <a:xfrm>
            <a:off x="3408571" y="1673312"/>
            <a:ext cx="56946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1">
                <a:solidFill>
                  <a:srgbClr val="5F646C"/>
                </a:solidFill>
                <a:latin typeface="Arial" panose="020B0604020202020204"/>
              </a:rPr>
              <a:t>T</a:t>
            </a:r>
            <a:endParaRPr sz="550" b="0" i="1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7" name="text: sep"/>
          <p:cNvSpPr txBox="1"/>
          <p:nvPr/>
        </p:nvSpPr>
        <p:spPr>
          <a:xfrm>
            <a:off x="3454242" y="1688882"/>
            <a:ext cx="125628" cy="807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30" b="0" i="0">
                <a:solidFill>
                  <a:srgbClr val="5F646C"/>
                </a:solidFill>
                <a:latin typeface="Arial" panose="020B0604020202020204"/>
              </a:rPr>
              <a:t>sep</a:t>
            </a:r>
            <a:endParaRPr sz="53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8" name="text: reoptimized"/>
          <p:cNvSpPr txBox="1"/>
          <p:nvPr/>
        </p:nvSpPr>
        <p:spPr>
          <a:xfrm>
            <a:off x="3208424" y="1761512"/>
            <a:ext cx="387477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reoptimized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69" name="text: Economics"/>
          <p:cNvSpPr txBox="1"/>
          <p:nvPr/>
        </p:nvSpPr>
        <p:spPr>
          <a:xfrm>
            <a:off x="3836222" y="1577241"/>
            <a:ext cx="435356" cy="9143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00" b="1" i="0">
                <a:solidFill>
                  <a:srgbClr val="1B1B1B"/>
                </a:solidFill>
                <a:latin typeface="Arial" panose="020B0604020202020204"/>
              </a:rPr>
              <a:t>Economics</a:t>
            </a:r>
            <a:endParaRPr sz="6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170" name="text: catalyst-dependent"/>
          <p:cNvSpPr txBox="1"/>
          <p:nvPr/>
        </p:nvSpPr>
        <p:spPr>
          <a:xfrm>
            <a:off x="3736304" y="1673312"/>
            <a:ext cx="625221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catalyst-dependent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71" name="text: cost"/>
          <p:cNvSpPr txBox="1"/>
          <p:nvPr/>
        </p:nvSpPr>
        <p:spPr>
          <a:xfrm>
            <a:off x="3980220" y="1761512"/>
            <a:ext cx="145770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cost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172" name="patch_26"/>
          <p:cNvSpPr/>
          <p:nvPr/>
        </p:nvSpPr>
        <p:spPr>
          <a:xfrm>
            <a:off x="669589" y="1263126"/>
            <a:ext cx="184112" cy="0"/>
          </a:xfrm>
          <a:custGeom>
            <a:avLst/>
            <a:gdLst/>
            <a:ahLst/>
            <a:cxnLst/>
            <a:rect l="l" t="t" r="r" b="b"/>
            <a:pathLst>
              <a:path w="184112">
                <a:moveTo>
                  <a:pt x="0" y="0"/>
                </a:moveTo>
                <a:lnTo>
                  <a:pt x="19689" y="0"/>
                </a:lnTo>
                <a:lnTo>
                  <a:pt x="39094" y="0"/>
                </a:lnTo>
                <a:lnTo>
                  <a:pt x="58215" y="0"/>
                </a:lnTo>
                <a:lnTo>
                  <a:pt x="77052" y="0"/>
                </a:lnTo>
                <a:lnTo>
                  <a:pt x="95606" y="0"/>
                </a:lnTo>
                <a:lnTo>
                  <a:pt x="113875" y="0"/>
                </a:lnTo>
                <a:lnTo>
                  <a:pt x="131860" y="0"/>
                </a:lnTo>
                <a:lnTo>
                  <a:pt x="149561" y="0"/>
                </a:lnTo>
                <a:lnTo>
                  <a:pt x="166979" y="0"/>
                </a:lnTo>
                <a:lnTo>
                  <a:pt x="184112" y="0"/>
                </a:lnTo>
              </a:path>
            </a:pathLst>
          </a:custGeom>
          <a:noFill/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atch_26"/>
          <p:cNvSpPr/>
          <p:nvPr/>
        </p:nvSpPr>
        <p:spPr>
          <a:xfrm>
            <a:off x="818141" y="124534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lnTo>
                  <a:pt x="0" y="35560"/>
                </a:lnTo>
                <a:close/>
              </a:path>
            </a:pathLst>
          </a:custGeom>
          <a:solidFill>
            <a:srgbClr val="1B1B1B"/>
          </a:solidFill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patch_27"/>
          <p:cNvSpPr/>
          <p:nvPr/>
        </p:nvSpPr>
        <p:spPr>
          <a:xfrm>
            <a:off x="1407900" y="1263126"/>
            <a:ext cx="234201" cy="0"/>
          </a:xfrm>
          <a:custGeom>
            <a:avLst/>
            <a:gdLst/>
            <a:ahLst/>
            <a:cxnLst/>
            <a:rect l="l" t="t" r="r" b="b"/>
            <a:pathLst>
              <a:path w="234201">
                <a:moveTo>
                  <a:pt x="0" y="0"/>
                </a:moveTo>
                <a:lnTo>
                  <a:pt x="24698" y="0"/>
                </a:lnTo>
                <a:lnTo>
                  <a:pt x="49112" y="0"/>
                </a:lnTo>
                <a:lnTo>
                  <a:pt x="73242" y="0"/>
                </a:lnTo>
                <a:lnTo>
                  <a:pt x="97088" y="0"/>
                </a:lnTo>
                <a:lnTo>
                  <a:pt x="120650" y="0"/>
                </a:lnTo>
                <a:lnTo>
                  <a:pt x="143928" y="0"/>
                </a:lnTo>
                <a:lnTo>
                  <a:pt x="166922" y="0"/>
                </a:lnTo>
                <a:lnTo>
                  <a:pt x="189633" y="0"/>
                </a:lnTo>
                <a:lnTo>
                  <a:pt x="212059" y="0"/>
                </a:lnTo>
                <a:lnTo>
                  <a:pt x="234201" y="0"/>
                </a:lnTo>
              </a:path>
            </a:pathLst>
          </a:custGeom>
          <a:noFill/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atch_27"/>
          <p:cNvSpPr/>
          <p:nvPr/>
        </p:nvSpPr>
        <p:spPr>
          <a:xfrm>
            <a:off x="1606541" y="124534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lnTo>
                  <a:pt x="0" y="35560"/>
                </a:lnTo>
                <a:close/>
              </a:path>
            </a:pathLst>
          </a:custGeom>
          <a:solidFill>
            <a:srgbClr val="1B1B1B"/>
          </a:solidFill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patch_28"/>
          <p:cNvSpPr/>
          <p:nvPr/>
        </p:nvSpPr>
        <p:spPr>
          <a:xfrm>
            <a:off x="2304300" y="1263126"/>
            <a:ext cx="232401" cy="0"/>
          </a:xfrm>
          <a:custGeom>
            <a:avLst/>
            <a:gdLst/>
            <a:ahLst/>
            <a:cxnLst/>
            <a:rect l="l" t="t" r="r" b="b"/>
            <a:pathLst>
              <a:path w="232401">
                <a:moveTo>
                  <a:pt x="0" y="0"/>
                </a:moveTo>
                <a:lnTo>
                  <a:pt x="24518" y="0"/>
                </a:lnTo>
                <a:lnTo>
                  <a:pt x="48752" y="0"/>
                </a:lnTo>
                <a:lnTo>
                  <a:pt x="72702" y="0"/>
                </a:lnTo>
                <a:lnTo>
                  <a:pt x="96368" y="0"/>
                </a:lnTo>
                <a:lnTo>
                  <a:pt x="119750" y="0"/>
                </a:lnTo>
                <a:lnTo>
                  <a:pt x="142848" y="0"/>
                </a:lnTo>
                <a:lnTo>
                  <a:pt x="165662" y="0"/>
                </a:lnTo>
                <a:lnTo>
                  <a:pt x="188193" y="0"/>
                </a:lnTo>
                <a:lnTo>
                  <a:pt x="210439" y="0"/>
                </a:lnTo>
                <a:lnTo>
                  <a:pt x="232401" y="0"/>
                </a:lnTo>
              </a:path>
            </a:pathLst>
          </a:custGeom>
          <a:noFill/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patch_28"/>
          <p:cNvSpPr/>
          <p:nvPr/>
        </p:nvSpPr>
        <p:spPr>
          <a:xfrm>
            <a:off x="2501141" y="124534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lnTo>
                  <a:pt x="0" y="35560"/>
                </a:lnTo>
                <a:close/>
              </a:path>
            </a:pathLst>
          </a:custGeom>
          <a:solidFill>
            <a:srgbClr val="1B1B1B"/>
          </a:solidFill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patch_29"/>
          <p:cNvSpPr/>
          <p:nvPr/>
        </p:nvSpPr>
        <p:spPr>
          <a:xfrm>
            <a:off x="2882100" y="1263126"/>
            <a:ext cx="183801" cy="0"/>
          </a:xfrm>
          <a:custGeom>
            <a:avLst/>
            <a:gdLst/>
            <a:ahLst/>
            <a:cxnLst/>
            <a:rect l="l" t="t" r="r" b="b"/>
            <a:pathLst>
              <a:path w="183801">
                <a:moveTo>
                  <a:pt x="0" y="0"/>
                </a:moveTo>
                <a:lnTo>
                  <a:pt x="19658" y="0"/>
                </a:lnTo>
                <a:lnTo>
                  <a:pt x="39032" y="0"/>
                </a:lnTo>
                <a:lnTo>
                  <a:pt x="58122" y="0"/>
                </a:lnTo>
                <a:lnTo>
                  <a:pt x="76928" y="0"/>
                </a:lnTo>
                <a:lnTo>
                  <a:pt x="95450" y="0"/>
                </a:lnTo>
                <a:lnTo>
                  <a:pt x="113688" y="0"/>
                </a:lnTo>
                <a:lnTo>
                  <a:pt x="131642" y="0"/>
                </a:lnTo>
                <a:lnTo>
                  <a:pt x="149313" y="0"/>
                </a:lnTo>
                <a:lnTo>
                  <a:pt x="166699" y="0"/>
                </a:lnTo>
                <a:lnTo>
                  <a:pt x="183801" y="0"/>
                </a:lnTo>
              </a:path>
            </a:pathLst>
          </a:custGeom>
          <a:noFill/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patch_29"/>
          <p:cNvSpPr/>
          <p:nvPr/>
        </p:nvSpPr>
        <p:spPr>
          <a:xfrm>
            <a:off x="3030341" y="124534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lnTo>
                  <a:pt x="0" y="35560"/>
                </a:lnTo>
                <a:close/>
              </a:path>
            </a:pathLst>
          </a:custGeom>
          <a:solidFill>
            <a:srgbClr val="1B1B1B"/>
          </a:solidFill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patch_30"/>
          <p:cNvSpPr/>
          <p:nvPr/>
        </p:nvSpPr>
        <p:spPr>
          <a:xfrm>
            <a:off x="3717300" y="1263126"/>
            <a:ext cx="185601" cy="0"/>
          </a:xfrm>
          <a:custGeom>
            <a:avLst/>
            <a:gdLst/>
            <a:ahLst/>
            <a:cxnLst/>
            <a:rect l="l" t="t" r="r" b="b"/>
            <a:pathLst>
              <a:path w="185601">
                <a:moveTo>
                  <a:pt x="0" y="0"/>
                </a:moveTo>
                <a:lnTo>
                  <a:pt x="19838" y="0"/>
                </a:lnTo>
                <a:lnTo>
                  <a:pt x="39392" y="0"/>
                </a:lnTo>
                <a:lnTo>
                  <a:pt x="58662" y="0"/>
                </a:lnTo>
                <a:lnTo>
                  <a:pt x="77648" y="0"/>
                </a:lnTo>
                <a:lnTo>
                  <a:pt x="96350" y="0"/>
                </a:lnTo>
                <a:lnTo>
                  <a:pt x="114768" y="0"/>
                </a:lnTo>
                <a:lnTo>
                  <a:pt x="132902" y="0"/>
                </a:lnTo>
                <a:lnTo>
                  <a:pt x="150753" y="0"/>
                </a:lnTo>
                <a:lnTo>
                  <a:pt x="168319" y="0"/>
                </a:lnTo>
                <a:lnTo>
                  <a:pt x="185601" y="0"/>
                </a:lnTo>
              </a:path>
            </a:pathLst>
          </a:custGeom>
          <a:noFill/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patch_30"/>
          <p:cNvSpPr/>
          <p:nvPr/>
        </p:nvSpPr>
        <p:spPr>
          <a:xfrm>
            <a:off x="3867341" y="1245346"/>
            <a:ext cx="35560" cy="35560"/>
          </a:xfrm>
          <a:custGeom>
            <a:avLst/>
            <a:gdLst/>
            <a:ahLst/>
            <a:cxnLst/>
            <a:rect l="l" t="t" r="r" b="b"/>
            <a:pathLst>
              <a:path w="35560" h="35560">
                <a:moveTo>
                  <a:pt x="0" y="0"/>
                </a:moveTo>
                <a:lnTo>
                  <a:pt x="35560" y="17780"/>
                </a:lnTo>
                <a:lnTo>
                  <a:pt x="0" y="35560"/>
                </a:lnTo>
                <a:close/>
              </a:path>
            </a:pathLst>
          </a:custGeom>
          <a:solidFill>
            <a:srgbClr val="1B1B1B"/>
          </a:solidFill>
          <a:ln w="1270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patch_31"/>
          <p:cNvSpPr/>
          <p:nvPr/>
        </p:nvSpPr>
        <p:spPr>
          <a:xfrm>
            <a:off x="441300" y="1816946"/>
            <a:ext cx="0" cy="84420"/>
          </a:xfrm>
          <a:custGeom>
            <a:avLst/>
            <a:gdLst/>
            <a:ahLst/>
            <a:cxnLst/>
            <a:rect l="l" t="t" r="r" b="b"/>
            <a:pathLst>
              <a:path h="84420">
                <a:moveTo>
                  <a:pt x="0" y="84420"/>
                </a:moveTo>
                <a:lnTo>
                  <a:pt x="0" y="74828"/>
                </a:lnTo>
                <a:lnTo>
                  <a:pt x="0" y="65492"/>
                </a:lnTo>
                <a:lnTo>
                  <a:pt x="0" y="56411"/>
                </a:lnTo>
                <a:lnTo>
                  <a:pt x="0" y="47585"/>
                </a:lnTo>
                <a:lnTo>
                  <a:pt x="0" y="39015"/>
                </a:lnTo>
                <a:lnTo>
                  <a:pt x="0" y="30701"/>
                </a:lnTo>
                <a:lnTo>
                  <a:pt x="0" y="22642"/>
                </a:lnTo>
                <a:lnTo>
                  <a:pt x="0" y="14839"/>
                </a:lnTo>
                <a:lnTo>
                  <a:pt x="0" y="7292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143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: backward design: what parity r"/>
          <p:cNvSpPr txBox="1"/>
          <p:nvPr/>
        </p:nvSpPr>
        <p:spPr>
          <a:xfrm>
            <a:off x="1934227" y="1845457"/>
            <a:ext cx="626745" cy="92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600" b="1" i="0">
                <a:solidFill>
                  <a:schemeClr val="tx1"/>
                </a:solidFill>
                <a:latin typeface="Arial" panose="020B0604020202020204"/>
              </a:rPr>
              <a:t>B</a:t>
            </a:r>
            <a:r>
              <a:rPr sz="600" b="1" i="0">
                <a:solidFill>
                  <a:schemeClr val="tx1"/>
                </a:solidFill>
                <a:latin typeface="Arial" panose="020B0604020202020204"/>
              </a:rPr>
              <a:t>ackward design</a:t>
            </a:r>
            <a:endParaRPr sz="600"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185" name="patch_32"/>
          <p:cNvSpPr/>
          <p:nvPr/>
        </p:nvSpPr>
        <p:spPr>
          <a:xfrm>
            <a:off x="1762500" y="1212726"/>
            <a:ext cx="32400" cy="100800"/>
          </a:xfrm>
          <a:custGeom>
            <a:avLst/>
            <a:gdLst/>
            <a:ahLst/>
            <a:cxnLst/>
            <a:rect l="l" t="t" r="r" b="b"/>
            <a:pathLst>
              <a:path w="32400" h="100800">
                <a:moveTo>
                  <a:pt x="0" y="100800"/>
                </a:moveTo>
                <a:lnTo>
                  <a:pt x="32400" y="100800"/>
                </a:lnTo>
                <a:lnTo>
                  <a:pt x="32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6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: a"/>
          <p:cNvSpPr txBox="1"/>
          <p:nvPr/>
        </p:nvSpPr>
        <p:spPr>
          <a:xfrm>
            <a:off x="30480" y="26098"/>
            <a:ext cx="78740" cy="137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1B1B"/>
                </a:solidFill>
                <a:latin typeface="Arial" panose="020B0604020202020204"/>
              </a:rPr>
              <a:t>a</a:t>
            </a:r>
            <a:endParaRPr sz="900" b="1" i="0">
              <a:solidFill>
                <a:srgbClr val="1B1B1B"/>
              </a:solidFill>
              <a:latin typeface="Arial" panose="020B0604020202020204"/>
            </a:endParaRPr>
          </a:p>
        </p:txBody>
      </p:sp>
      <p:grpSp>
        <p:nvGrpSpPr>
          <p:cNvPr id="193" name="组合 192"/>
          <p:cNvGrpSpPr/>
          <p:nvPr/>
        </p:nvGrpSpPr>
        <p:grpSpPr>
          <a:xfrm>
            <a:off x="2973705" y="963930"/>
            <a:ext cx="0" cy="601345"/>
            <a:chOff x="3731" y="1507"/>
            <a:chExt cx="0" cy="947"/>
          </a:xfrm>
        </p:grpSpPr>
        <p:sp>
          <p:nvSpPr>
            <p:cNvPr id="194" name="line2d_3"/>
            <p:cNvSpPr/>
            <p:nvPr/>
          </p:nvSpPr>
          <p:spPr>
            <a:xfrm>
              <a:off x="3731" y="2080"/>
              <a:ext cx="0" cy="374"/>
            </a:xfrm>
            <a:custGeom>
              <a:avLst/>
              <a:gdLst/>
              <a:ahLst/>
              <a:cxnLst/>
              <a:rect l="l" t="t" r="r" b="b"/>
              <a:pathLst>
                <a:path h="237600">
                  <a:moveTo>
                    <a:pt x="0" y="2376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C9CDD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line2d_4"/>
            <p:cNvSpPr/>
            <p:nvPr/>
          </p:nvSpPr>
          <p:spPr>
            <a:xfrm>
              <a:off x="3731" y="1507"/>
              <a:ext cx="0" cy="391"/>
            </a:xfrm>
            <a:custGeom>
              <a:avLst/>
              <a:gdLst/>
              <a:ahLst/>
              <a:cxnLst/>
              <a:rect l="l" t="t" r="r" b="b"/>
              <a:pathLst>
                <a:path h="248400">
                  <a:moveTo>
                    <a:pt x="0" y="248400"/>
                  </a:move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C9CDD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WPS 演示</Application>
  <PresentationFormat>On-screen Show (4:3)</PresentationFormat>
  <Paragraphs>102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阿巴阿巴</cp:lastModifiedBy>
  <cp:revision>3</cp:revision>
  <dcterms:created xsi:type="dcterms:W3CDTF">2013-01-27T09:14:00Z</dcterms:created>
  <dcterms:modified xsi:type="dcterms:W3CDTF">2026-10-23T05:09:26Z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0F4B98054AFC405F86FDDF015C152795_12</vt:lpwstr>
  </property>
</Properties>
</file>